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tis Sans Serif" charset="1" panose="020B0503030202020304"/>
      <p:regular r:id="rId18"/>
    </p:embeddedFont>
    <p:embeddedFont>
      <p:font typeface="Rotis Sans Serif Bold" charset="1" panose="020B0803030202020304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https://www.figma.com/proto/dQznLz933gKJat4UXXG26b/SE-Design-system-and-prototype?node-id=87-721&amp;t=ypSLmqTNtayIiszp-1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https://www.figma.com/proto/5BFPPAXiwe2GPBn0Doqkpm/Admin-Panel?page-id=1%3A2&amp;node-id=10-3&amp;node-type=frame&amp;viewport=301%2C432%2C0.41&amp;t=k85WQWUHr8Ny5JwL-1&amp;scaling=min-zoom&amp;content-scaling=fixed&amp;starting-point-node-id=10%3A3&amp;share=1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1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09748" y="-3602052"/>
            <a:ext cx="9014256" cy="9014256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DE5FF">
                <a:alpha val="1960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134019" y="-2077780"/>
            <a:ext cx="5965713" cy="5965713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B016">
                <a:alpha val="4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821152" y="4378744"/>
            <a:ext cx="8729408" cy="8729408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0000"/>
                  </a:srgbClr>
                </a:gs>
                <a:gs pos="100000">
                  <a:srgbClr val="F7ACFF">
                    <a:alpha val="2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45047" y="5854848"/>
            <a:ext cx="5777198" cy="5777198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E17EB">
                <a:alpha val="29804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912768" y="6998751"/>
            <a:ext cx="2949082" cy="2949082"/>
          </a:xfrm>
          <a:custGeom>
            <a:avLst/>
            <a:gdLst/>
            <a:ahLst/>
            <a:cxnLst/>
            <a:rect r="r" b="b" t="t" l="l"/>
            <a:pathLst>
              <a:path h="2949082" w="2949082">
                <a:moveTo>
                  <a:pt x="0" y="0"/>
                </a:moveTo>
                <a:lnTo>
                  <a:pt x="2949082" y="0"/>
                </a:lnTo>
                <a:lnTo>
                  <a:pt x="2949082" y="2949082"/>
                </a:lnTo>
                <a:lnTo>
                  <a:pt x="0" y="2949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6455" y="3410598"/>
            <a:ext cx="1434195" cy="1333801"/>
          </a:xfrm>
          <a:custGeom>
            <a:avLst/>
            <a:gdLst/>
            <a:ahLst/>
            <a:cxnLst/>
            <a:rect r="r" b="b" t="t" l="l"/>
            <a:pathLst>
              <a:path h="1333801" w="1434195">
                <a:moveTo>
                  <a:pt x="0" y="0"/>
                </a:moveTo>
                <a:lnTo>
                  <a:pt x="1434195" y="0"/>
                </a:lnTo>
                <a:lnTo>
                  <a:pt x="1434195" y="1333801"/>
                </a:lnTo>
                <a:lnTo>
                  <a:pt x="0" y="1333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30920" y="8604961"/>
            <a:ext cx="555242" cy="600262"/>
          </a:xfrm>
          <a:custGeom>
            <a:avLst/>
            <a:gdLst/>
            <a:ahLst/>
            <a:cxnLst/>
            <a:rect r="r" b="b" t="t" l="l"/>
            <a:pathLst>
              <a:path h="600262" w="555242">
                <a:moveTo>
                  <a:pt x="0" y="0"/>
                </a:moveTo>
                <a:lnTo>
                  <a:pt x="555242" y="0"/>
                </a:lnTo>
                <a:lnTo>
                  <a:pt x="555242" y="600262"/>
                </a:lnTo>
                <a:lnTo>
                  <a:pt x="0" y="600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3966553" y="1102043"/>
            <a:ext cx="1132814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193829" y="248871"/>
            <a:ext cx="2772724" cy="1559657"/>
          </a:xfrm>
          <a:custGeom>
            <a:avLst/>
            <a:gdLst/>
            <a:ahLst/>
            <a:cxnLst/>
            <a:rect r="r" b="b" t="t" l="l"/>
            <a:pathLst>
              <a:path h="1559657" w="2772724">
                <a:moveTo>
                  <a:pt x="0" y="0"/>
                </a:moveTo>
                <a:lnTo>
                  <a:pt x="2772724" y="0"/>
                </a:lnTo>
                <a:lnTo>
                  <a:pt x="2772724" y="1559658"/>
                </a:lnTo>
                <a:lnTo>
                  <a:pt x="0" y="15596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8888" r="0" b="-38888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732929" y="7405106"/>
            <a:ext cx="4822142" cy="712124"/>
            <a:chOff x="0" y="0"/>
            <a:chExt cx="6429523" cy="949498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429523" cy="949498"/>
              <a:chOff x="0" y="0"/>
              <a:chExt cx="1270029" cy="1875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70029" cy="187555"/>
              </a:xfrm>
              <a:custGeom>
                <a:avLst/>
                <a:gdLst/>
                <a:ahLst/>
                <a:cxnLst/>
                <a:rect r="r" b="b" t="t" l="l"/>
                <a:pathLst>
                  <a:path h="187555" w="1270029">
                    <a:moveTo>
                      <a:pt x="93778" y="0"/>
                    </a:moveTo>
                    <a:lnTo>
                      <a:pt x="1176252" y="0"/>
                    </a:lnTo>
                    <a:cubicBezTo>
                      <a:pt x="1201123" y="0"/>
                      <a:pt x="1224976" y="9880"/>
                      <a:pt x="1242562" y="27467"/>
                    </a:cubicBezTo>
                    <a:cubicBezTo>
                      <a:pt x="1260149" y="45054"/>
                      <a:pt x="1270029" y="68906"/>
                      <a:pt x="1270029" y="93778"/>
                    </a:cubicBezTo>
                    <a:lnTo>
                      <a:pt x="1270029" y="93778"/>
                    </a:lnTo>
                    <a:cubicBezTo>
                      <a:pt x="1270029" y="145570"/>
                      <a:pt x="1228044" y="187555"/>
                      <a:pt x="1176252" y="187555"/>
                    </a:cubicBezTo>
                    <a:lnTo>
                      <a:pt x="93778" y="187555"/>
                    </a:lnTo>
                    <a:cubicBezTo>
                      <a:pt x="41986" y="187555"/>
                      <a:pt x="0" y="145570"/>
                      <a:pt x="0" y="93778"/>
                    </a:cubicBezTo>
                    <a:lnTo>
                      <a:pt x="0" y="93778"/>
                    </a:lnTo>
                    <a:cubicBezTo>
                      <a:pt x="0" y="41986"/>
                      <a:pt x="41986" y="0"/>
                      <a:pt x="9377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70029" cy="2256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85298" y="125499"/>
              <a:ext cx="2941479" cy="711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FFFFF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G8  ตมในเพชร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1275535" y="337321"/>
              <a:ext cx="274856" cy="274856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23" id="23"/>
          <p:cNvSpPr/>
          <p:nvPr/>
        </p:nvSpPr>
        <p:spPr>
          <a:xfrm flipH="false" flipV="false" rot="0">
            <a:off x="6087242" y="1687641"/>
            <a:ext cx="6113516" cy="6113516"/>
          </a:xfrm>
          <a:custGeom>
            <a:avLst/>
            <a:gdLst/>
            <a:ahLst/>
            <a:cxnLst/>
            <a:rect r="r" b="b" t="t" l="l"/>
            <a:pathLst>
              <a:path h="6113516" w="6113516">
                <a:moveTo>
                  <a:pt x="0" y="0"/>
                </a:moveTo>
                <a:lnTo>
                  <a:pt x="6113516" y="0"/>
                </a:lnTo>
                <a:lnTo>
                  <a:pt x="6113516" y="6113516"/>
                </a:lnTo>
                <a:lnTo>
                  <a:pt x="0" y="61135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873" t="-26449" r="-27811" b="-27234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959177" y="838200"/>
            <a:ext cx="547449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1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09748" y="-3602052"/>
            <a:ext cx="9014256" cy="9014256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DE5FF">
                <a:alpha val="1960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134019" y="-2077780"/>
            <a:ext cx="5965713" cy="5965713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B016">
                <a:alpha val="4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821152" y="4378744"/>
            <a:ext cx="8729408" cy="8729408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0000"/>
                  </a:srgbClr>
                </a:gs>
                <a:gs pos="100000">
                  <a:srgbClr val="F7ACFF">
                    <a:alpha val="2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45047" y="5854848"/>
            <a:ext cx="5777198" cy="5777198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E17EB">
                <a:alpha val="29804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912768" y="6998751"/>
            <a:ext cx="2949082" cy="2949082"/>
          </a:xfrm>
          <a:custGeom>
            <a:avLst/>
            <a:gdLst/>
            <a:ahLst/>
            <a:cxnLst/>
            <a:rect r="r" b="b" t="t" l="l"/>
            <a:pathLst>
              <a:path h="2949082" w="2949082">
                <a:moveTo>
                  <a:pt x="0" y="0"/>
                </a:moveTo>
                <a:lnTo>
                  <a:pt x="2949082" y="0"/>
                </a:lnTo>
                <a:lnTo>
                  <a:pt x="2949082" y="2949082"/>
                </a:lnTo>
                <a:lnTo>
                  <a:pt x="0" y="2949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02570" y="1808529"/>
            <a:ext cx="1434195" cy="1333801"/>
          </a:xfrm>
          <a:custGeom>
            <a:avLst/>
            <a:gdLst/>
            <a:ahLst/>
            <a:cxnLst/>
            <a:rect r="r" b="b" t="t" l="l"/>
            <a:pathLst>
              <a:path h="1333801" w="1434195">
                <a:moveTo>
                  <a:pt x="0" y="0"/>
                </a:moveTo>
                <a:lnTo>
                  <a:pt x="1434195" y="0"/>
                </a:lnTo>
                <a:lnTo>
                  <a:pt x="1434195" y="1333801"/>
                </a:lnTo>
                <a:lnTo>
                  <a:pt x="0" y="1333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24949" y="8658038"/>
            <a:ext cx="555242" cy="600262"/>
          </a:xfrm>
          <a:custGeom>
            <a:avLst/>
            <a:gdLst/>
            <a:ahLst/>
            <a:cxnLst/>
            <a:rect r="r" b="b" t="t" l="l"/>
            <a:pathLst>
              <a:path h="600262" w="555242">
                <a:moveTo>
                  <a:pt x="0" y="0"/>
                </a:moveTo>
                <a:lnTo>
                  <a:pt x="555242" y="0"/>
                </a:lnTo>
                <a:lnTo>
                  <a:pt x="555242" y="600262"/>
                </a:lnTo>
                <a:lnTo>
                  <a:pt x="0" y="600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3966553" y="1102043"/>
            <a:ext cx="1132814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193829" y="248871"/>
            <a:ext cx="2772724" cy="1559657"/>
          </a:xfrm>
          <a:custGeom>
            <a:avLst/>
            <a:gdLst/>
            <a:ahLst/>
            <a:cxnLst/>
            <a:rect r="r" b="b" t="t" l="l"/>
            <a:pathLst>
              <a:path h="1559657" w="2772724">
                <a:moveTo>
                  <a:pt x="0" y="0"/>
                </a:moveTo>
                <a:lnTo>
                  <a:pt x="2772724" y="0"/>
                </a:lnTo>
                <a:lnTo>
                  <a:pt x="2772724" y="1559658"/>
                </a:lnTo>
                <a:lnTo>
                  <a:pt x="0" y="15596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8888" r="0" b="-3888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959177" y="838200"/>
            <a:ext cx="547449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2/12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84379" y="4316730"/>
            <a:ext cx="6319242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b="true" sz="9600" u="sng">
                <a:solidFill>
                  <a:srgbClr val="FFFFFF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User Persona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07125">
            <a:off x="10590151" y="1509007"/>
            <a:ext cx="4453921" cy="3574272"/>
          </a:xfrm>
          <a:custGeom>
            <a:avLst/>
            <a:gdLst/>
            <a:ahLst/>
            <a:cxnLst/>
            <a:rect r="r" b="b" t="t" l="l"/>
            <a:pathLst>
              <a:path h="3574272" w="4453921">
                <a:moveTo>
                  <a:pt x="0" y="0"/>
                </a:moveTo>
                <a:lnTo>
                  <a:pt x="4453921" y="0"/>
                </a:lnTo>
                <a:lnTo>
                  <a:pt x="4453921" y="3574271"/>
                </a:lnTo>
                <a:lnTo>
                  <a:pt x="0" y="3574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43427" y="2579433"/>
            <a:ext cx="4915873" cy="3887636"/>
          </a:xfrm>
          <a:custGeom>
            <a:avLst/>
            <a:gdLst/>
            <a:ahLst/>
            <a:cxnLst/>
            <a:rect r="r" b="b" t="t" l="l"/>
            <a:pathLst>
              <a:path h="3887636" w="4915873">
                <a:moveTo>
                  <a:pt x="0" y="0"/>
                </a:moveTo>
                <a:lnTo>
                  <a:pt x="4915873" y="0"/>
                </a:lnTo>
                <a:lnTo>
                  <a:pt x="4915873" y="3887636"/>
                </a:lnTo>
                <a:lnTo>
                  <a:pt x="0" y="3887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3190722" y="7335222"/>
            <a:ext cx="4597542" cy="4114800"/>
          </a:xfrm>
          <a:custGeom>
            <a:avLst/>
            <a:gdLst/>
            <a:ahLst/>
            <a:cxnLst/>
            <a:rect r="r" b="b" t="t" l="l"/>
            <a:pathLst>
              <a:path h="4114800" w="4597542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5857" y="7689680"/>
            <a:ext cx="352967" cy="323847"/>
          </a:xfrm>
          <a:custGeom>
            <a:avLst/>
            <a:gdLst/>
            <a:ahLst/>
            <a:cxnLst/>
            <a:rect r="r" b="b" t="t" l="l"/>
            <a:pathLst>
              <a:path h="323847" w="352967">
                <a:moveTo>
                  <a:pt x="0" y="0"/>
                </a:moveTo>
                <a:lnTo>
                  <a:pt x="352967" y="0"/>
                </a:lnTo>
                <a:lnTo>
                  <a:pt x="352967" y="323847"/>
                </a:lnTo>
                <a:lnTo>
                  <a:pt x="0" y="3238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8018" y="4606313"/>
            <a:ext cx="408644" cy="408644"/>
          </a:xfrm>
          <a:custGeom>
            <a:avLst/>
            <a:gdLst/>
            <a:ahLst/>
            <a:cxnLst/>
            <a:rect r="r" b="b" t="t" l="l"/>
            <a:pathLst>
              <a:path h="408644" w="408644">
                <a:moveTo>
                  <a:pt x="0" y="0"/>
                </a:moveTo>
                <a:lnTo>
                  <a:pt x="408645" y="0"/>
                </a:lnTo>
                <a:lnTo>
                  <a:pt x="408645" y="408645"/>
                </a:lnTo>
                <a:lnTo>
                  <a:pt x="0" y="4086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3829" y="0"/>
            <a:ext cx="2772724" cy="1559657"/>
          </a:xfrm>
          <a:custGeom>
            <a:avLst/>
            <a:gdLst/>
            <a:ahLst/>
            <a:cxnLst/>
            <a:rect r="r" b="b" t="t" l="l"/>
            <a:pathLst>
              <a:path h="1559657" w="2772724">
                <a:moveTo>
                  <a:pt x="0" y="0"/>
                </a:moveTo>
                <a:lnTo>
                  <a:pt x="2772724" y="0"/>
                </a:lnTo>
                <a:lnTo>
                  <a:pt x="2772724" y="1559657"/>
                </a:lnTo>
                <a:lnTo>
                  <a:pt x="0" y="1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38888" r="0" b="-3888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74801" y="1152697"/>
            <a:ext cx="4418858" cy="4642769"/>
          </a:xfrm>
          <a:custGeom>
            <a:avLst/>
            <a:gdLst/>
            <a:ahLst/>
            <a:cxnLst/>
            <a:rect r="r" b="b" t="t" l="l"/>
            <a:pathLst>
              <a:path h="4642769" w="4418858">
                <a:moveTo>
                  <a:pt x="0" y="0"/>
                </a:moveTo>
                <a:lnTo>
                  <a:pt x="4418858" y="0"/>
                </a:lnTo>
                <a:lnTo>
                  <a:pt x="4418858" y="4642769"/>
                </a:lnTo>
                <a:lnTo>
                  <a:pt x="0" y="46427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7234" t="-15068" r="-68220" b="-903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931847">
            <a:off x="16827936" y="6209421"/>
            <a:ext cx="1025464" cy="515296"/>
          </a:xfrm>
          <a:custGeom>
            <a:avLst/>
            <a:gdLst/>
            <a:ahLst/>
            <a:cxnLst/>
            <a:rect r="r" b="b" t="t" l="l"/>
            <a:pathLst>
              <a:path h="515296" w="1025464">
                <a:moveTo>
                  <a:pt x="0" y="0"/>
                </a:moveTo>
                <a:lnTo>
                  <a:pt x="1025464" y="0"/>
                </a:lnTo>
                <a:lnTo>
                  <a:pt x="1025464" y="515296"/>
                </a:lnTo>
                <a:lnTo>
                  <a:pt x="0" y="5152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70750" y="8814842"/>
            <a:ext cx="8349183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B016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『</a:t>
            </a:r>
            <a:r>
              <a:rPr lang="en-US" b="true" sz="2499">
                <a:solidFill>
                  <a:srgbClr val="000000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 </a:t>
            </a:r>
            <a:r>
              <a:rPr lang="en-US" b="true" sz="2499">
                <a:solidFill>
                  <a:srgbClr val="5705C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ฉันเป็นสายมูทีไม่มีเวลา แต่มีเงินดังนั้นฉันจะใช้เงินซื้อเวลา</a:t>
            </a:r>
            <a:r>
              <a:rPr lang="en-US" b="true" sz="2499">
                <a:solidFill>
                  <a:srgbClr val="000000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 </a:t>
            </a:r>
            <a:r>
              <a:rPr lang="en-US" b="true" sz="2499">
                <a:solidFill>
                  <a:srgbClr val="FFB016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』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675012" y="2497051"/>
            <a:ext cx="3929783" cy="0"/>
          </a:xfrm>
          <a:prstGeom prst="line">
            <a:avLst/>
          </a:prstGeom>
          <a:ln cap="flat" w="28575">
            <a:solidFill>
              <a:srgbClr val="FFB016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12" id="12"/>
          <p:cNvSpPr/>
          <p:nvPr/>
        </p:nvSpPr>
        <p:spPr>
          <a:xfrm>
            <a:off x="1234446" y="5062405"/>
            <a:ext cx="3929783" cy="0"/>
          </a:xfrm>
          <a:prstGeom prst="line">
            <a:avLst/>
          </a:prstGeom>
          <a:ln cap="flat" w="28575">
            <a:solidFill>
              <a:srgbClr val="FFB016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13" id="13"/>
          <p:cNvSpPr/>
          <p:nvPr/>
        </p:nvSpPr>
        <p:spPr>
          <a:xfrm>
            <a:off x="6508543" y="5076692"/>
            <a:ext cx="5235845" cy="19050"/>
          </a:xfrm>
          <a:prstGeom prst="line">
            <a:avLst/>
          </a:prstGeom>
          <a:ln cap="flat" w="28575">
            <a:solidFill>
              <a:srgbClr val="FFB016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14" id="14"/>
          <p:cNvSpPr/>
          <p:nvPr/>
        </p:nvSpPr>
        <p:spPr>
          <a:xfrm>
            <a:off x="13015091" y="7284167"/>
            <a:ext cx="3598136" cy="0"/>
          </a:xfrm>
          <a:prstGeom prst="line">
            <a:avLst/>
          </a:prstGeom>
          <a:ln cap="flat" w="28575">
            <a:solidFill>
              <a:srgbClr val="FFB016"/>
            </a:solidFill>
            <a:prstDash val="solid"/>
            <a:headEnd type="none" len="sm" w="sm"/>
            <a:tailEnd type="diamond" len="lg" w="lg"/>
          </a:ln>
        </p:spPr>
      </p:sp>
      <p:grpSp>
        <p:nvGrpSpPr>
          <p:cNvPr name="Group 15" id="15"/>
          <p:cNvGrpSpPr/>
          <p:nvPr/>
        </p:nvGrpSpPr>
        <p:grpSpPr>
          <a:xfrm rot="0">
            <a:off x="2303323" y="7519634"/>
            <a:ext cx="8616610" cy="1188348"/>
            <a:chOff x="0" y="0"/>
            <a:chExt cx="2269395" cy="3129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69395" cy="312981"/>
            </a:xfrm>
            <a:custGeom>
              <a:avLst/>
              <a:gdLst/>
              <a:ahLst/>
              <a:cxnLst/>
              <a:rect r="r" b="b" t="t" l="l"/>
              <a:pathLst>
                <a:path h="312981" w="2269395">
                  <a:moveTo>
                    <a:pt x="19767" y="0"/>
                  </a:moveTo>
                  <a:lnTo>
                    <a:pt x="2249628" y="0"/>
                  </a:lnTo>
                  <a:cubicBezTo>
                    <a:pt x="2254871" y="0"/>
                    <a:pt x="2259899" y="2083"/>
                    <a:pt x="2263606" y="5790"/>
                  </a:cubicBezTo>
                  <a:cubicBezTo>
                    <a:pt x="2267313" y="9497"/>
                    <a:pt x="2269395" y="14524"/>
                    <a:pt x="2269395" y="19767"/>
                  </a:cubicBezTo>
                  <a:lnTo>
                    <a:pt x="2269395" y="293214"/>
                  </a:lnTo>
                  <a:cubicBezTo>
                    <a:pt x="2269395" y="298456"/>
                    <a:pt x="2267313" y="303484"/>
                    <a:pt x="2263606" y="307191"/>
                  </a:cubicBezTo>
                  <a:cubicBezTo>
                    <a:pt x="2259899" y="310898"/>
                    <a:pt x="2254871" y="312981"/>
                    <a:pt x="2249628" y="312981"/>
                  </a:cubicBezTo>
                  <a:lnTo>
                    <a:pt x="19767" y="312981"/>
                  </a:lnTo>
                  <a:cubicBezTo>
                    <a:pt x="14524" y="312981"/>
                    <a:pt x="9497" y="310898"/>
                    <a:pt x="5790" y="307191"/>
                  </a:cubicBezTo>
                  <a:cubicBezTo>
                    <a:pt x="2083" y="303484"/>
                    <a:pt x="0" y="298456"/>
                    <a:pt x="0" y="293214"/>
                  </a:cubicBezTo>
                  <a:lnTo>
                    <a:pt x="0" y="19767"/>
                  </a:lnTo>
                  <a:cubicBezTo>
                    <a:pt x="0" y="14524"/>
                    <a:pt x="2083" y="9497"/>
                    <a:pt x="5790" y="5790"/>
                  </a:cubicBezTo>
                  <a:cubicBezTo>
                    <a:pt x="9497" y="2083"/>
                    <a:pt x="14524" y="0"/>
                    <a:pt x="19767" y="0"/>
                  </a:cubicBezTo>
                  <a:close/>
                </a:path>
              </a:pathLst>
            </a:custGeom>
            <a:solidFill>
              <a:srgbClr val="5705C4">
                <a:alpha val="588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269395" cy="379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3966553" y="853171"/>
            <a:ext cx="11328141" cy="0"/>
          </a:xfrm>
          <a:prstGeom prst="line">
            <a:avLst/>
          </a:prstGeom>
          <a:ln cap="flat" w="28575">
            <a:solidFill>
              <a:srgbClr val="5E17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6863799" y="1976212"/>
            <a:ext cx="3385741" cy="506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5705C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Activities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08543" y="2655693"/>
            <a:ext cx="4096252" cy="189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945"/>
              </a:lnSpc>
              <a:buFont typeface="Arial"/>
              <a:buChar char="•"/>
            </a:pPr>
            <a:r>
              <a:rPr lang="en-US" sz="1900" spc="11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ราตรีต้องเดินทางไปขายงานในที่ต่างๆเป็นประจำ</a:t>
            </a:r>
          </a:p>
          <a:p>
            <a:pPr algn="l" marL="410211" indent="-205106" lvl="1">
              <a:lnSpc>
                <a:spcPts val="2945"/>
              </a:lnSpc>
              <a:buFont typeface="Arial"/>
              <a:buChar char="•"/>
            </a:pPr>
            <a:r>
              <a:rPr lang="en-US" sz="1900" spc="11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ราตรีมักบนบานกับสิ่งศักดิ์สิทธิ์ให้เธอสามารถทำงานได้สำเร็จเป็นประจำ</a:t>
            </a:r>
          </a:p>
          <a:p>
            <a:pPr algn="l">
              <a:lnSpc>
                <a:spcPts val="310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34079" y="4535930"/>
            <a:ext cx="3385741" cy="506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5705C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Pain Points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3884" y="5253210"/>
            <a:ext cx="4130907" cy="19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100"/>
              </a:lnSpc>
              <a:buFont typeface="Arial"/>
              <a:buChar char="•"/>
            </a:pPr>
            <a:r>
              <a:rPr lang="en-US" sz="2000" spc="12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ราตรีไม่มีเวลาไปแก้บนตามที่บนเอาไว้เพราะต้องไปทำงานที่อื่นอยู่เป็นประจำ</a:t>
            </a:r>
          </a:p>
          <a:p>
            <a:pPr algn="l" marL="431801" indent="-215900" lvl="1">
              <a:lnSpc>
                <a:spcPts val="3100"/>
              </a:lnSpc>
              <a:buFont typeface="Arial"/>
              <a:buChar char="•"/>
            </a:pPr>
            <a:r>
              <a:rPr lang="en-US" sz="2000" spc="12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ราตรีกังวลว่าคนที่รับจ้างแก้บนจะไม่ทำงานให้</a:t>
            </a:r>
          </a:p>
          <a:p>
            <a:pPr algn="l">
              <a:lnSpc>
                <a:spcPts val="31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6733626" y="4464292"/>
            <a:ext cx="3385741" cy="506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5705C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Needs and Goal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08543" y="5281480"/>
            <a:ext cx="5760689" cy="236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100"/>
              </a:lnSpc>
              <a:buFont typeface="Arial"/>
              <a:buChar char="•"/>
            </a:pPr>
            <a:r>
              <a:rPr lang="en-US" sz="2000" spc="12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ราตรีต้องการแก้บนโดยไม่ต้องเดินทางไปยังสถานที่นั้นด้วยตัวเอง และมีบริการต่างๆในเรื่องแก้บน ให้ครบถ้วนและทราบใช้จ่ายและติดตามสถานะการแก้บนได้</a:t>
            </a:r>
          </a:p>
          <a:p>
            <a:pPr algn="l" marL="431801" indent="-215900" lvl="1">
              <a:lnSpc>
                <a:spcPts val="3100"/>
              </a:lnSpc>
              <a:buFont typeface="Arial"/>
              <a:buChar char="•"/>
            </a:pPr>
            <a:r>
              <a:rPr lang="en-US" sz="2000" spc="12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ราตรีอยากบนบานในสถานที่ที่มีชื่อเสียงและมีความศักดิ์สิทธิ์ที่ช่วยให้เธอสามารถปิดการขยายได้สำเร็จ</a:t>
            </a:r>
          </a:p>
          <a:p>
            <a:pPr algn="l">
              <a:lnSpc>
                <a:spcPts val="310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3015091" y="6756406"/>
            <a:ext cx="157174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5705C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Background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838362" y="7574679"/>
            <a:ext cx="4263778" cy="1753635"/>
            <a:chOff x="0" y="0"/>
            <a:chExt cx="1122970" cy="4618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2970" cy="461863"/>
            </a:xfrm>
            <a:custGeom>
              <a:avLst/>
              <a:gdLst/>
              <a:ahLst/>
              <a:cxnLst/>
              <a:rect r="r" b="b" t="t" l="l"/>
              <a:pathLst>
                <a:path h="461863" w="1122970">
                  <a:moveTo>
                    <a:pt x="39946" y="0"/>
                  </a:moveTo>
                  <a:lnTo>
                    <a:pt x="1083024" y="0"/>
                  </a:lnTo>
                  <a:cubicBezTo>
                    <a:pt x="1105086" y="0"/>
                    <a:pt x="1122970" y="17885"/>
                    <a:pt x="1122970" y="39946"/>
                  </a:cubicBezTo>
                  <a:lnTo>
                    <a:pt x="1122970" y="421917"/>
                  </a:lnTo>
                  <a:cubicBezTo>
                    <a:pt x="1122970" y="432511"/>
                    <a:pt x="1118762" y="442671"/>
                    <a:pt x="1111270" y="450163"/>
                  </a:cubicBezTo>
                  <a:cubicBezTo>
                    <a:pt x="1103779" y="457654"/>
                    <a:pt x="1093619" y="461863"/>
                    <a:pt x="1083024" y="461863"/>
                  </a:cubicBezTo>
                  <a:lnTo>
                    <a:pt x="39946" y="461863"/>
                  </a:lnTo>
                  <a:cubicBezTo>
                    <a:pt x="17885" y="461863"/>
                    <a:pt x="0" y="443978"/>
                    <a:pt x="0" y="421917"/>
                  </a:cubicBezTo>
                  <a:lnTo>
                    <a:pt x="0" y="39946"/>
                  </a:lnTo>
                  <a:cubicBezTo>
                    <a:pt x="0" y="29352"/>
                    <a:pt x="4209" y="19191"/>
                    <a:pt x="11700" y="11700"/>
                  </a:cubicBezTo>
                  <a:cubicBezTo>
                    <a:pt x="19191" y="4209"/>
                    <a:pt x="29352" y="0"/>
                    <a:pt x="39946" y="0"/>
                  </a:cubicBezTo>
                  <a:close/>
                </a:path>
              </a:pathLst>
            </a:custGeom>
            <a:solidFill>
              <a:srgbClr val="5705C4">
                <a:alpha val="5882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122970" cy="528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756582" y="7405334"/>
            <a:ext cx="4255297" cy="19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100"/>
              </a:lnSpc>
              <a:buFont typeface="Arial"/>
              <a:buChar char="•"/>
            </a:pPr>
            <a:r>
              <a:rPr lang="en-US" sz="2000" spc="12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อายุ: 28 ปี</a:t>
            </a:r>
          </a:p>
          <a:p>
            <a:pPr algn="l" marL="431801" indent="-215900" lvl="1">
              <a:lnSpc>
                <a:spcPts val="3100"/>
              </a:lnSpc>
              <a:buFont typeface="Arial"/>
              <a:buChar char="•"/>
            </a:pPr>
            <a:r>
              <a:rPr lang="en-US" sz="2000" spc="12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เพศ: หญิง</a:t>
            </a:r>
          </a:p>
          <a:p>
            <a:pPr algn="l" marL="431801" indent="-215900" lvl="1">
              <a:lnSpc>
                <a:spcPts val="3100"/>
              </a:lnSpc>
              <a:buFont typeface="Arial"/>
              <a:buChar char="•"/>
            </a:pPr>
            <a:r>
              <a:rPr lang="en-US" sz="2000" spc="12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อาชีพ: พนักงานขาย</a:t>
            </a:r>
          </a:p>
          <a:p>
            <a:pPr algn="l" marL="431801" indent="-215900" lvl="1">
              <a:lnSpc>
                <a:spcPts val="3100"/>
              </a:lnSpc>
              <a:buFont typeface="Arial"/>
              <a:buChar char="•"/>
            </a:pPr>
            <a:r>
              <a:rPr lang="en-US" sz="2000" spc="12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สถานภาพ: โสด</a:t>
            </a:r>
          </a:p>
          <a:p>
            <a:pPr algn="l">
              <a:lnSpc>
                <a:spcPts val="310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2972641" y="5980436"/>
            <a:ext cx="4112538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7B29E8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นางสาว ราตรี พรสมหวัง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959177" y="589329"/>
            <a:ext cx="547449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E17EB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3/12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974583" y="892532"/>
            <a:ext cx="4158128" cy="1753635"/>
            <a:chOff x="0" y="0"/>
            <a:chExt cx="1095145" cy="4618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5145" cy="461863"/>
            </a:xfrm>
            <a:custGeom>
              <a:avLst/>
              <a:gdLst/>
              <a:ahLst/>
              <a:cxnLst/>
              <a:rect r="r" b="b" t="t" l="l"/>
              <a:pathLst>
                <a:path h="461863" w="1095145">
                  <a:moveTo>
                    <a:pt x="40961" y="0"/>
                  </a:moveTo>
                  <a:lnTo>
                    <a:pt x="1054184" y="0"/>
                  </a:lnTo>
                  <a:cubicBezTo>
                    <a:pt x="1065047" y="0"/>
                    <a:pt x="1075466" y="4316"/>
                    <a:pt x="1083148" y="11997"/>
                  </a:cubicBezTo>
                  <a:cubicBezTo>
                    <a:pt x="1090829" y="19679"/>
                    <a:pt x="1095145" y="30098"/>
                    <a:pt x="1095145" y="40961"/>
                  </a:cubicBezTo>
                  <a:lnTo>
                    <a:pt x="1095145" y="420902"/>
                  </a:lnTo>
                  <a:cubicBezTo>
                    <a:pt x="1095145" y="431765"/>
                    <a:pt x="1090829" y="442184"/>
                    <a:pt x="1083148" y="449866"/>
                  </a:cubicBezTo>
                  <a:cubicBezTo>
                    <a:pt x="1075466" y="457547"/>
                    <a:pt x="1065047" y="461863"/>
                    <a:pt x="1054184" y="461863"/>
                  </a:cubicBezTo>
                  <a:lnTo>
                    <a:pt x="40961" y="461863"/>
                  </a:lnTo>
                  <a:cubicBezTo>
                    <a:pt x="18339" y="461863"/>
                    <a:pt x="0" y="443524"/>
                    <a:pt x="0" y="420902"/>
                  </a:cubicBezTo>
                  <a:lnTo>
                    <a:pt x="0" y="40961"/>
                  </a:lnTo>
                  <a:cubicBezTo>
                    <a:pt x="0" y="30098"/>
                    <a:pt x="4316" y="19679"/>
                    <a:pt x="11997" y="11997"/>
                  </a:cubicBezTo>
                  <a:cubicBezTo>
                    <a:pt x="19679" y="4316"/>
                    <a:pt x="30098" y="0"/>
                    <a:pt x="40961" y="0"/>
                  </a:cubicBezTo>
                  <a:close/>
                </a:path>
              </a:pathLst>
            </a:custGeom>
            <a:solidFill>
              <a:srgbClr val="5705C4">
                <a:alpha val="5882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1095145" cy="528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06820" y="6773609"/>
            <a:ext cx="4158128" cy="1753635"/>
            <a:chOff x="0" y="0"/>
            <a:chExt cx="1095145" cy="4618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5145" cy="461863"/>
            </a:xfrm>
            <a:custGeom>
              <a:avLst/>
              <a:gdLst/>
              <a:ahLst/>
              <a:cxnLst/>
              <a:rect r="r" b="b" t="t" l="l"/>
              <a:pathLst>
                <a:path h="461863" w="1095145">
                  <a:moveTo>
                    <a:pt x="40961" y="0"/>
                  </a:moveTo>
                  <a:lnTo>
                    <a:pt x="1054184" y="0"/>
                  </a:lnTo>
                  <a:cubicBezTo>
                    <a:pt x="1065047" y="0"/>
                    <a:pt x="1075466" y="4316"/>
                    <a:pt x="1083148" y="11997"/>
                  </a:cubicBezTo>
                  <a:cubicBezTo>
                    <a:pt x="1090829" y="19679"/>
                    <a:pt x="1095145" y="30098"/>
                    <a:pt x="1095145" y="40961"/>
                  </a:cubicBezTo>
                  <a:lnTo>
                    <a:pt x="1095145" y="420902"/>
                  </a:lnTo>
                  <a:cubicBezTo>
                    <a:pt x="1095145" y="431765"/>
                    <a:pt x="1090829" y="442184"/>
                    <a:pt x="1083148" y="449866"/>
                  </a:cubicBezTo>
                  <a:cubicBezTo>
                    <a:pt x="1075466" y="457547"/>
                    <a:pt x="1065047" y="461863"/>
                    <a:pt x="1054184" y="461863"/>
                  </a:cubicBezTo>
                  <a:lnTo>
                    <a:pt x="40961" y="461863"/>
                  </a:lnTo>
                  <a:cubicBezTo>
                    <a:pt x="18339" y="461863"/>
                    <a:pt x="0" y="443524"/>
                    <a:pt x="0" y="420902"/>
                  </a:cubicBezTo>
                  <a:lnTo>
                    <a:pt x="0" y="40961"/>
                  </a:lnTo>
                  <a:cubicBezTo>
                    <a:pt x="0" y="30098"/>
                    <a:pt x="4316" y="19679"/>
                    <a:pt x="11997" y="11997"/>
                  </a:cubicBezTo>
                  <a:cubicBezTo>
                    <a:pt x="19679" y="4316"/>
                    <a:pt x="30098" y="0"/>
                    <a:pt x="40961" y="0"/>
                  </a:cubicBezTo>
                  <a:close/>
                </a:path>
              </a:pathLst>
            </a:custGeom>
            <a:solidFill>
              <a:srgbClr val="5705C4">
                <a:alpha val="5882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1095145" cy="528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675012" y="6981419"/>
            <a:ext cx="5871022" cy="2056723"/>
            <a:chOff x="0" y="0"/>
            <a:chExt cx="1546277" cy="5416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46277" cy="541688"/>
            </a:xfrm>
            <a:custGeom>
              <a:avLst/>
              <a:gdLst/>
              <a:ahLst/>
              <a:cxnLst/>
              <a:rect r="r" b="b" t="t" l="l"/>
              <a:pathLst>
                <a:path h="541688" w="1546277">
                  <a:moveTo>
                    <a:pt x="29011" y="0"/>
                  </a:moveTo>
                  <a:lnTo>
                    <a:pt x="1517267" y="0"/>
                  </a:lnTo>
                  <a:cubicBezTo>
                    <a:pt x="1533289" y="0"/>
                    <a:pt x="1546277" y="12989"/>
                    <a:pt x="1546277" y="29011"/>
                  </a:cubicBezTo>
                  <a:lnTo>
                    <a:pt x="1546277" y="512678"/>
                  </a:lnTo>
                  <a:cubicBezTo>
                    <a:pt x="1546277" y="520372"/>
                    <a:pt x="1543221" y="527751"/>
                    <a:pt x="1537780" y="533191"/>
                  </a:cubicBezTo>
                  <a:cubicBezTo>
                    <a:pt x="1532340" y="538632"/>
                    <a:pt x="1524961" y="541688"/>
                    <a:pt x="1517267" y="541688"/>
                  </a:cubicBezTo>
                  <a:lnTo>
                    <a:pt x="29011" y="541688"/>
                  </a:lnTo>
                  <a:cubicBezTo>
                    <a:pt x="21317" y="541688"/>
                    <a:pt x="13938" y="538632"/>
                    <a:pt x="8497" y="533191"/>
                  </a:cubicBezTo>
                  <a:cubicBezTo>
                    <a:pt x="3056" y="527751"/>
                    <a:pt x="0" y="520372"/>
                    <a:pt x="0" y="512678"/>
                  </a:cubicBezTo>
                  <a:lnTo>
                    <a:pt x="0" y="29011"/>
                  </a:lnTo>
                  <a:cubicBezTo>
                    <a:pt x="0" y="12989"/>
                    <a:pt x="12989" y="0"/>
                    <a:pt x="29011" y="0"/>
                  </a:cubicBezTo>
                  <a:close/>
                </a:path>
              </a:pathLst>
            </a:custGeom>
            <a:solidFill>
              <a:srgbClr val="5705C4">
                <a:alpha val="5882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546277" cy="60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41" id="41"/>
          <p:cNvSpPr/>
          <p:nvPr/>
        </p:nvSpPr>
        <p:spPr>
          <a:xfrm>
            <a:off x="1078867" y="2511339"/>
            <a:ext cx="4725144" cy="14288"/>
          </a:xfrm>
          <a:prstGeom prst="line">
            <a:avLst/>
          </a:prstGeom>
          <a:ln cap="flat" w="28575">
            <a:solidFill>
              <a:srgbClr val="FFB016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TextBox 42" id="42"/>
          <p:cNvSpPr txBox="true"/>
          <p:nvPr/>
        </p:nvSpPr>
        <p:spPr>
          <a:xfrm rot="0">
            <a:off x="1304002" y="1976212"/>
            <a:ext cx="3385741" cy="50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5705C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Motivations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65501" y="2692508"/>
            <a:ext cx="4927347" cy="158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100"/>
              </a:lnSpc>
              <a:buFont typeface="Arial"/>
              <a:buChar char="•"/>
            </a:pPr>
            <a:r>
              <a:rPr lang="en-US" sz="2000" spc="12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เชื่อในเรื่องโชคลาภ สิ่งศักดิ์สิทธิ์</a:t>
            </a:r>
          </a:p>
          <a:p>
            <a:pPr algn="l" marL="431801" indent="-215900" lvl="1">
              <a:lnSpc>
                <a:spcPts val="3100"/>
              </a:lnSpc>
              <a:buFont typeface="Arial"/>
              <a:buChar char="•"/>
            </a:pPr>
            <a:r>
              <a:rPr lang="en-US" sz="2000" spc="12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มองหาวิธีที่ทำให้ชีวิตสะดวกและมีประสิทธิภาพ</a:t>
            </a:r>
          </a:p>
          <a:p>
            <a:pPr algn="l" marL="431801" indent="-215900" lvl="1">
              <a:lnSpc>
                <a:spcPts val="3100"/>
              </a:lnSpc>
              <a:buFont typeface="Arial"/>
              <a:buChar char="•"/>
            </a:pPr>
            <a:r>
              <a:rPr lang="en-US" sz="2000" spc="12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ต้องการใช้เทคโนโลยีในการช่วยเหลือด้านความเชื่อ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20081" y="2666590"/>
            <a:ext cx="5194682" cy="1753635"/>
            <a:chOff x="0" y="0"/>
            <a:chExt cx="1368147" cy="46186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68147" cy="461863"/>
            </a:xfrm>
            <a:custGeom>
              <a:avLst/>
              <a:gdLst/>
              <a:ahLst/>
              <a:cxnLst/>
              <a:rect r="r" b="b" t="t" l="l"/>
              <a:pathLst>
                <a:path h="461863" w="1368147">
                  <a:moveTo>
                    <a:pt x="32788" y="0"/>
                  </a:moveTo>
                  <a:lnTo>
                    <a:pt x="1335359" y="0"/>
                  </a:lnTo>
                  <a:cubicBezTo>
                    <a:pt x="1353467" y="0"/>
                    <a:pt x="1368147" y="14680"/>
                    <a:pt x="1368147" y="32788"/>
                  </a:cubicBezTo>
                  <a:lnTo>
                    <a:pt x="1368147" y="429075"/>
                  </a:lnTo>
                  <a:cubicBezTo>
                    <a:pt x="1368147" y="447183"/>
                    <a:pt x="1353467" y="461863"/>
                    <a:pt x="1335359" y="461863"/>
                  </a:cubicBezTo>
                  <a:lnTo>
                    <a:pt x="32788" y="461863"/>
                  </a:lnTo>
                  <a:cubicBezTo>
                    <a:pt x="14680" y="461863"/>
                    <a:pt x="0" y="447183"/>
                    <a:pt x="0" y="429075"/>
                  </a:cubicBezTo>
                  <a:lnTo>
                    <a:pt x="0" y="32788"/>
                  </a:lnTo>
                  <a:cubicBezTo>
                    <a:pt x="0" y="14680"/>
                    <a:pt x="14680" y="0"/>
                    <a:pt x="32788" y="0"/>
                  </a:cubicBezTo>
                  <a:close/>
                </a:path>
              </a:pathLst>
            </a:custGeom>
            <a:solidFill>
              <a:srgbClr val="5705C4">
                <a:alpha val="5882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1368147" cy="528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1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09748" y="-3602052"/>
            <a:ext cx="9014256" cy="9014256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DE5FF">
                <a:alpha val="1960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134019" y="-2077780"/>
            <a:ext cx="5965713" cy="5965713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B016">
                <a:alpha val="4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821152" y="4378744"/>
            <a:ext cx="8729408" cy="8729408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0000"/>
                  </a:srgbClr>
                </a:gs>
                <a:gs pos="100000">
                  <a:srgbClr val="F7ACFF">
                    <a:alpha val="2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45047" y="5854848"/>
            <a:ext cx="5777198" cy="5777198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E17EB">
                <a:alpha val="29804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912768" y="6998751"/>
            <a:ext cx="2949082" cy="2949082"/>
          </a:xfrm>
          <a:custGeom>
            <a:avLst/>
            <a:gdLst/>
            <a:ahLst/>
            <a:cxnLst/>
            <a:rect r="r" b="b" t="t" l="l"/>
            <a:pathLst>
              <a:path h="2949082" w="2949082">
                <a:moveTo>
                  <a:pt x="0" y="0"/>
                </a:moveTo>
                <a:lnTo>
                  <a:pt x="2949082" y="0"/>
                </a:lnTo>
                <a:lnTo>
                  <a:pt x="2949082" y="2949082"/>
                </a:lnTo>
                <a:lnTo>
                  <a:pt x="0" y="2949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02570" y="1808529"/>
            <a:ext cx="1434195" cy="1333801"/>
          </a:xfrm>
          <a:custGeom>
            <a:avLst/>
            <a:gdLst/>
            <a:ahLst/>
            <a:cxnLst/>
            <a:rect r="r" b="b" t="t" l="l"/>
            <a:pathLst>
              <a:path h="1333801" w="1434195">
                <a:moveTo>
                  <a:pt x="0" y="0"/>
                </a:moveTo>
                <a:lnTo>
                  <a:pt x="1434195" y="0"/>
                </a:lnTo>
                <a:lnTo>
                  <a:pt x="1434195" y="1333801"/>
                </a:lnTo>
                <a:lnTo>
                  <a:pt x="0" y="1333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24949" y="8658038"/>
            <a:ext cx="555242" cy="600262"/>
          </a:xfrm>
          <a:custGeom>
            <a:avLst/>
            <a:gdLst/>
            <a:ahLst/>
            <a:cxnLst/>
            <a:rect r="r" b="b" t="t" l="l"/>
            <a:pathLst>
              <a:path h="600262" w="555242">
                <a:moveTo>
                  <a:pt x="0" y="0"/>
                </a:moveTo>
                <a:lnTo>
                  <a:pt x="555242" y="0"/>
                </a:lnTo>
                <a:lnTo>
                  <a:pt x="555242" y="600262"/>
                </a:lnTo>
                <a:lnTo>
                  <a:pt x="0" y="600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3966553" y="1102043"/>
            <a:ext cx="1132814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193829" y="248871"/>
            <a:ext cx="2772724" cy="1559657"/>
          </a:xfrm>
          <a:custGeom>
            <a:avLst/>
            <a:gdLst/>
            <a:ahLst/>
            <a:cxnLst/>
            <a:rect r="r" b="b" t="t" l="l"/>
            <a:pathLst>
              <a:path h="1559657" w="2772724">
                <a:moveTo>
                  <a:pt x="0" y="0"/>
                </a:moveTo>
                <a:lnTo>
                  <a:pt x="2772724" y="0"/>
                </a:lnTo>
                <a:lnTo>
                  <a:pt x="2772724" y="1559658"/>
                </a:lnTo>
                <a:lnTo>
                  <a:pt x="0" y="15596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8888" r="0" b="-3888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959177" y="838200"/>
            <a:ext cx="547449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4/12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09145" y="4316730"/>
            <a:ext cx="8869710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b="true" sz="9600" u="sng">
                <a:solidFill>
                  <a:srgbClr val="FFFFFF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User Journey Map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966553" y="853171"/>
            <a:ext cx="11328141" cy="0"/>
          </a:xfrm>
          <a:prstGeom prst="line">
            <a:avLst/>
          </a:prstGeom>
          <a:ln cap="flat" w="28575">
            <a:solidFill>
              <a:srgbClr val="5E17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820372" y="6492652"/>
            <a:ext cx="631817" cy="631817"/>
          </a:xfrm>
          <a:custGeom>
            <a:avLst/>
            <a:gdLst/>
            <a:ahLst/>
            <a:cxnLst/>
            <a:rect r="r" b="b" t="t" l="l"/>
            <a:pathLst>
              <a:path h="631817" w="631817">
                <a:moveTo>
                  <a:pt x="0" y="0"/>
                </a:moveTo>
                <a:lnTo>
                  <a:pt x="631817" y="0"/>
                </a:lnTo>
                <a:lnTo>
                  <a:pt x="631817" y="631817"/>
                </a:lnTo>
                <a:lnTo>
                  <a:pt x="0" y="631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16625" y="6488529"/>
            <a:ext cx="631817" cy="631817"/>
          </a:xfrm>
          <a:custGeom>
            <a:avLst/>
            <a:gdLst/>
            <a:ahLst/>
            <a:cxnLst/>
            <a:rect r="r" b="b" t="t" l="l"/>
            <a:pathLst>
              <a:path h="631817" w="631817">
                <a:moveTo>
                  <a:pt x="0" y="0"/>
                </a:moveTo>
                <a:lnTo>
                  <a:pt x="631817" y="0"/>
                </a:lnTo>
                <a:lnTo>
                  <a:pt x="631817" y="631817"/>
                </a:lnTo>
                <a:lnTo>
                  <a:pt x="0" y="631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959177" y="589329"/>
            <a:ext cx="547449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E17EB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5/12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49282" y="1571430"/>
            <a:ext cx="1454802" cy="723011"/>
            <a:chOff x="0" y="0"/>
            <a:chExt cx="383158" cy="1904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3158" cy="190423"/>
            </a:xfrm>
            <a:custGeom>
              <a:avLst/>
              <a:gdLst/>
              <a:ahLst/>
              <a:cxnLst/>
              <a:rect r="r" b="b" t="t" l="l"/>
              <a:pathLst>
                <a:path h="190423" w="383158">
                  <a:moveTo>
                    <a:pt x="95211" y="0"/>
                  </a:moveTo>
                  <a:lnTo>
                    <a:pt x="287946" y="0"/>
                  </a:lnTo>
                  <a:cubicBezTo>
                    <a:pt x="340530" y="0"/>
                    <a:pt x="383158" y="42628"/>
                    <a:pt x="383158" y="95211"/>
                  </a:cubicBezTo>
                  <a:lnTo>
                    <a:pt x="383158" y="95211"/>
                  </a:lnTo>
                  <a:cubicBezTo>
                    <a:pt x="383158" y="147795"/>
                    <a:pt x="340530" y="190423"/>
                    <a:pt x="287946" y="190423"/>
                  </a:cubicBezTo>
                  <a:lnTo>
                    <a:pt x="95211" y="190423"/>
                  </a:lnTo>
                  <a:cubicBezTo>
                    <a:pt x="42628" y="190423"/>
                    <a:pt x="0" y="147795"/>
                    <a:pt x="0" y="95211"/>
                  </a:cubicBezTo>
                  <a:lnTo>
                    <a:pt x="0" y="95211"/>
                  </a:lnTo>
                  <a:cubicBezTo>
                    <a:pt x="0" y="42628"/>
                    <a:pt x="42628" y="0"/>
                    <a:pt x="95211" y="0"/>
                  </a:cubicBezTo>
                  <a:close/>
                </a:path>
              </a:pathLst>
            </a:custGeom>
            <a:solidFill>
              <a:srgbClr val="5705C4">
                <a:alpha val="588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383158" cy="257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6646" y="1579470"/>
            <a:ext cx="2573550" cy="723011"/>
            <a:chOff x="0" y="0"/>
            <a:chExt cx="677807" cy="1904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807" cy="190423"/>
            </a:xfrm>
            <a:custGeom>
              <a:avLst/>
              <a:gdLst/>
              <a:ahLst/>
              <a:cxnLst/>
              <a:rect r="r" b="b" t="t" l="l"/>
              <a:pathLst>
                <a:path h="190423" w="677807">
                  <a:moveTo>
                    <a:pt x="66182" y="0"/>
                  </a:moveTo>
                  <a:lnTo>
                    <a:pt x="611626" y="0"/>
                  </a:lnTo>
                  <a:cubicBezTo>
                    <a:pt x="648177" y="0"/>
                    <a:pt x="677807" y="29631"/>
                    <a:pt x="677807" y="66182"/>
                  </a:cubicBezTo>
                  <a:lnTo>
                    <a:pt x="677807" y="124241"/>
                  </a:lnTo>
                  <a:cubicBezTo>
                    <a:pt x="677807" y="160792"/>
                    <a:pt x="648177" y="190423"/>
                    <a:pt x="611626" y="190423"/>
                  </a:cubicBezTo>
                  <a:lnTo>
                    <a:pt x="66182" y="190423"/>
                  </a:lnTo>
                  <a:cubicBezTo>
                    <a:pt x="29631" y="190423"/>
                    <a:pt x="0" y="160792"/>
                    <a:pt x="0" y="124241"/>
                  </a:cubicBezTo>
                  <a:lnTo>
                    <a:pt x="0" y="66182"/>
                  </a:lnTo>
                  <a:cubicBezTo>
                    <a:pt x="0" y="29631"/>
                    <a:pt x="29631" y="0"/>
                    <a:pt x="66182" y="0"/>
                  </a:cubicBezTo>
                  <a:close/>
                </a:path>
              </a:pathLst>
            </a:custGeom>
            <a:solidFill>
              <a:srgbClr val="5705C4">
                <a:alpha val="5882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677807" cy="257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44521" y="1584312"/>
            <a:ext cx="2079035" cy="723011"/>
            <a:chOff x="0" y="0"/>
            <a:chExt cx="547565" cy="1904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7565" cy="190423"/>
            </a:xfrm>
            <a:custGeom>
              <a:avLst/>
              <a:gdLst/>
              <a:ahLst/>
              <a:cxnLst/>
              <a:rect r="r" b="b" t="t" l="l"/>
              <a:pathLst>
                <a:path h="190423" w="547565">
                  <a:moveTo>
                    <a:pt x="81924" y="0"/>
                  </a:moveTo>
                  <a:lnTo>
                    <a:pt x="465641" y="0"/>
                  </a:lnTo>
                  <a:cubicBezTo>
                    <a:pt x="510886" y="0"/>
                    <a:pt x="547565" y="36678"/>
                    <a:pt x="547565" y="81924"/>
                  </a:cubicBezTo>
                  <a:lnTo>
                    <a:pt x="547565" y="108499"/>
                  </a:lnTo>
                  <a:cubicBezTo>
                    <a:pt x="547565" y="153744"/>
                    <a:pt x="510886" y="190423"/>
                    <a:pt x="465641" y="190423"/>
                  </a:cubicBezTo>
                  <a:lnTo>
                    <a:pt x="81924" y="190423"/>
                  </a:lnTo>
                  <a:cubicBezTo>
                    <a:pt x="36678" y="190423"/>
                    <a:pt x="0" y="153744"/>
                    <a:pt x="0" y="108499"/>
                  </a:cubicBezTo>
                  <a:lnTo>
                    <a:pt x="0" y="81924"/>
                  </a:lnTo>
                  <a:cubicBezTo>
                    <a:pt x="0" y="36678"/>
                    <a:pt x="36678" y="0"/>
                    <a:pt x="81924" y="0"/>
                  </a:cubicBezTo>
                  <a:close/>
                </a:path>
              </a:pathLst>
            </a:custGeom>
            <a:solidFill>
              <a:srgbClr val="5705C4">
                <a:alpha val="588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547565" cy="257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360201" y="1533330"/>
            <a:ext cx="1676216" cy="723011"/>
            <a:chOff x="0" y="0"/>
            <a:chExt cx="441472" cy="1904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1472" cy="190423"/>
            </a:xfrm>
            <a:custGeom>
              <a:avLst/>
              <a:gdLst/>
              <a:ahLst/>
              <a:cxnLst/>
              <a:rect r="r" b="b" t="t" l="l"/>
              <a:pathLst>
                <a:path h="190423" w="441472">
                  <a:moveTo>
                    <a:pt x="95211" y="0"/>
                  </a:moveTo>
                  <a:lnTo>
                    <a:pt x="346261" y="0"/>
                  </a:lnTo>
                  <a:cubicBezTo>
                    <a:pt x="398845" y="0"/>
                    <a:pt x="441472" y="42628"/>
                    <a:pt x="441472" y="95211"/>
                  </a:cubicBezTo>
                  <a:lnTo>
                    <a:pt x="441472" y="95211"/>
                  </a:lnTo>
                  <a:cubicBezTo>
                    <a:pt x="441472" y="120463"/>
                    <a:pt x="431441" y="144680"/>
                    <a:pt x="413586" y="162536"/>
                  </a:cubicBezTo>
                  <a:cubicBezTo>
                    <a:pt x="395730" y="180392"/>
                    <a:pt x="371513" y="190423"/>
                    <a:pt x="346261" y="190423"/>
                  </a:cubicBezTo>
                  <a:lnTo>
                    <a:pt x="95211" y="190423"/>
                  </a:lnTo>
                  <a:cubicBezTo>
                    <a:pt x="42628" y="190423"/>
                    <a:pt x="0" y="147795"/>
                    <a:pt x="0" y="95211"/>
                  </a:cubicBezTo>
                  <a:lnTo>
                    <a:pt x="0" y="95211"/>
                  </a:lnTo>
                  <a:cubicBezTo>
                    <a:pt x="0" y="42628"/>
                    <a:pt x="42628" y="0"/>
                    <a:pt x="95211" y="0"/>
                  </a:cubicBezTo>
                  <a:close/>
                </a:path>
              </a:pathLst>
            </a:custGeom>
            <a:solidFill>
              <a:srgbClr val="5705C4">
                <a:alpha val="588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441472" cy="257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495456" y="1571430"/>
            <a:ext cx="1676216" cy="723011"/>
            <a:chOff x="0" y="0"/>
            <a:chExt cx="441472" cy="1904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1472" cy="190423"/>
            </a:xfrm>
            <a:custGeom>
              <a:avLst/>
              <a:gdLst/>
              <a:ahLst/>
              <a:cxnLst/>
              <a:rect r="r" b="b" t="t" l="l"/>
              <a:pathLst>
                <a:path h="190423" w="441472">
                  <a:moveTo>
                    <a:pt x="95211" y="0"/>
                  </a:moveTo>
                  <a:lnTo>
                    <a:pt x="346261" y="0"/>
                  </a:lnTo>
                  <a:cubicBezTo>
                    <a:pt x="398845" y="0"/>
                    <a:pt x="441472" y="42628"/>
                    <a:pt x="441472" y="95211"/>
                  </a:cubicBezTo>
                  <a:lnTo>
                    <a:pt x="441472" y="95211"/>
                  </a:lnTo>
                  <a:cubicBezTo>
                    <a:pt x="441472" y="120463"/>
                    <a:pt x="431441" y="144680"/>
                    <a:pt x="413586" y="162536"/>
                  </a:cubicBezTo>
                  <a:cubicBezTo>
                    <a:pt x="395730" y="180392"/>
                    <a:pt x="371513" y="190423"/>
                    <a:pt x="346261" y="190423"/>
                  </a:cubicBezTo>
                  <a:lnTo>
                    <a:pt x="95211" y="190423"/>
                  </a:lnTo>
                  <a:cubicBezTo>
                    <a:pt x="42628" y="190423"/>
                    <a:pt x="0" y="147795"/>
                    <a:pt x="0" y="95211"/>
                  </a:cubicBezTo>
                  <a:lnTo>
                    <a:pt x="0" y="95211"/>
                  </a:lnTo>
                  <a:cubicBezTo>
                    <a:pt x="0" y="42628"/>
                    <a:pt x="42628" y="0"/>
                    <a:pt x="95211" y="0"/>
                  </a:cubicBezTo>
                  <a:close/>
                </a:path>
              </a:pathLst>
            </a:custGeom>
            <a:solidFill>
              <a:srgbClr val="5705C4">
                <a:alpha val="5882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441472" cy="257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73562" y="1559657"/>
            <a:ext cx="1470187" cy="723011"/>
            <a:chOff x="0" y="0"/>
            <a:chExt cx="387210" cy="19042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7210" cy="190423"/>
            </a:xfrm>
            <a:custGeom>
              <a:avLst/>
              <a:gdLst/>
              <a:ahLst/>
              <a:cxnLst/>
              <a:rect r="r" b="b" t="t" l="l"/>
              <a:pathLst>
                <a:path h="190423" w="387210">
                  <a:moveTo>
                    <a:pt x="95211" y="0"/>
                  </a:moveTo>
                  <a:lnTo>
                    <a:pt x="291998" y="0"/>
                  </a:lnTo>
                  <a:cubicBezTo>
                    <a:pt x="344582" y="0"/>
                    <a:pt x="387210" y="42628"/>
                    <a:pt x="387210" y="95211"/>
                  </a:cubicBezTo>
                  <a:lnTo>
                    <a:pt x="387210" y="95211"/>
                  </a:lnTo>
                  <a:cubicBezTo>
                    <a:pt x="387210" y="120463"/>
                    <a:pt x="377179" y="144680"/>
                    <a:pt x="359323" y="162536"/>
                  </a:cubicBezTo>
                  <a:cubicBezTo>
                    <a:pt x="341467" y="180392"/>
                    <a:pt x="317250" y="190423"/>
                    <a:pt x="291998" y="190423"/>
                  </a:cubicBezTo>
                  <a:lnTo>
                    <a:pt x="95211" y="190423"/>
                  </a:lnTo>
                  <a:cubicBezTo>
                    <a:pt x="42628" y="190423"/>
                    <a:pt x="0" y="147795"/>
                    <a:pt x="0" y="95211"/>
                  </a:cubicBezTo>
                  <a:lnTo>
                    <a:pt x="0" y="95211"/>
                  </a:lnTo>
                  <a:cubicBezTo>
                    <a:pt x="0" y="42628"/>
                    <a:pt x="42628" y="0"/>
                    <a:pt x="95211" y="0"/>
                  </a:cubicBezTo>
                  <a:close/>
                </a:path>
              </a:pathLst>
            </a:custGeom>
            <a:solidFill>
              <a:srgbClr val="5705C4">
                <a:alpha val="5882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387210" cy="257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374001" y="1558095"/>
            <a:ext cx="1978719" cy="723011"/>
            <a:chOff x="0" y="0"/>
            <a:chExt cx="521144" cy="1904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144" cy="190423"/>
            </a:xfrm>
            <a:custGeom>
              <a:avLst/>
              <a:gdLst/>
              <a:ahLst/>
              <a:cxnLst/>
              <a:rect r="r" b="b" t="t" l="l"/>
              <a:pathLst>
                <a:path h="190423" w="521144">
                  <a:moveTo>
                    <a:pt x="86077" y="0"/>
                  </a:moveTo>
                  <a:lnTo>
                    <a:pt x="435067" y="0"/>
                  </a:lnTo>
                  <a:cubicBezTo>
                    <a:pt x="482606" y="0"/>
                    <a:pt x="521144" y="38538"/>
                    <a:pt x="521144" y="86077"/>
                  </a:cubicBezTo>
                  <a:lnTo>
                    <a:pt x="521144" y="104346"/>
                  </a:lnTo>
                  <a:cubicBezTo>
                    <a:pt x="521144" y="151885"/>
                    <a:pt x="482606" y="190423"/>
                    <a:pt x="435067" y="190423"/>
                  </a:cubicBezTo>
                  <a:lnTo>
                    <a:pt x="86077" y="190423"/>
                  </a:lnTo>
                  <a:cubicBezTo>
                    <a:pt x="38538" y="190423"/>
                    <a:pt x="0" y="151885"/>
                    <a:pt x="0" y="104346"/>
                  </a:cubicBezTo>
                  <a:lnTo>
                    <a:pt x="0" y="86077"/>
                  </a:lnTo>
                  <a:cubicBezTo>
                    <a:pt x="0" y="38538"/>
                    <a:pt x="38538" y="0"/>
                    <a:pt x="86077" y="0"/>
                  </a:cubicBezTo>
                  <a:close/>
                </a:path>
              </a:pathLst>
            </a:custGeom>
            <a:solidFill>
              <a:srgbClr val="5705C4">
                <a:alpha val="5882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521144" cy="257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366251" y="1508165"/>
            <a:ext cx="1454802" cy="723011"/>
            <a:chOff x="0" y="0"/>
            <a:chExt cx="383158" cy="1904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3158" cy="190423"/>
            </a:xfrm>
            <a:custGeom>
              <a:avLst/>
              <a:gdLst/>
              <a:ahLst/>
              <a:cxnLst/>
              <a:rect r="r" b="b" t="t" l="l"/>
              <a:pathLst>
                <a:path h="190423" w="383158">
                  <a:moveTo>
                    <a:pt x="95211" y="0"/>
                  </a:moveTo>
                  <a:lnTo>
                    <a:pt x="287946" y="0"/>
                  </a:lnTo>
                  <a:cubicBezTo>
                    <a:pt x="340530" y="0"/>
                    <a:pt x="383158" y="42628"/>
                    <a:pt x="383158" y="95211"/>
                  </a:cubicBezTo>
                  <a:lnTo>
                    <a:pt x="383158" y="95211"/>
                  </a:lnTo>
                  <a:cubicBezTo>
                    <a:pt x="383158" y="147795"/>
                    <a:pt x="340530" y="190423"/>
                    <a:pt x="287946" y="190423"/>
                  </a:cubicBezTo>
                  <a:lnTo>
                    <a:pt x="95211" y="190423"/>
                  </a:lnTo>
                  <a:cubicBezTo>
                    <a:pt x="42628" y="190423"/>
                    <a:pt x="0" y="147795"/>
                    <a:pt x="0" y="95211"/>
                  </a:cubicBezTo>
                  <a:lnTo>
                    <a:pt x="0" y="95211"/>
                  </a:lnTo>
                  <a:cubicBezTo>
                    <a:pt x="0" y="42628"/>
                    <a:pt x="42628" y="0"/>
                    <a:pt x="95211" y="0"/>
                  </a:cubicBezTo>
                  <a:close/>
                </a:path>
              </a:pathLst>
            </a:custGeom>
            <a:solidFill>
              <a:srgbClr val="5705C4">
                <a:alpha val="5882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383158" cy="257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820372" y="1722804"/>
            <a:ext cx="113061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5E17EB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Awareness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71806" y="1704901"/>
            <a:ext cx="1481614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5E17EB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C</a:t>
            </a:r>
            <a:r>
              <a:rPr lang="en-US" b="true" sz="2100">
                <a:solidFill>
                  <a:srgbClr val="5E17EB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onsideration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45247" y="1697215"/>
            <a:ext cx="90392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5E17EB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Enter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610686" y="1704901"/>
            <a:ext cx="1445756" cy="40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5E17EB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Fulfill </a:t>
            </a:r>
            <a:r>
              <a:rPr lang="en-US" b="true" sz="2100">
                <a:solidFill>
                  <a:srgbClr val="5E17EB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Vow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98400" y="1697215"/>
            <a:ext cx="1277662" cy="40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5E17EB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Populate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984795" y="1722804"/>
            <a:ext cx="859393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5E17EB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Waiting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001518" y="1683381"/>
            <a:ext cx="677015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5E17EB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Proof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809799" y="1722804"/>
            <a:ext cx="419814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5E17EB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Exit</a:t>
            </a:r>
          </a:p>
        </p:txBody>
      </p:sp>
      <p:sp>
        <p:nvSpPr>
          <p:cNvPr name="TextBox 38" id="38"/>
          <p:cNvSpPr txBox="true"/>
          <p:nvPr/>
        </p:nvSpPr>
        <p:spPr>
          <a:xfrm rot="-5400000">
            <a:off x="-383713" y="2714188"/>
            <a:ext cx="1383966" cy="37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B016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Steps</a:t>
            </a:r>
          </a:p>
        </p:txBody>
      </p:sp>
      <p:sp>
        <p:nvSpPr>
          <p:cNvPr name="TextBox 39" id="39"/>
          <p:cNvSpPr txBox="true"/>
          <p:nvPr/>
        </p:nvSpPr>
        <p:spPr>
          <a:xfrm rot="-5400000">
            <a:off x="-383713" y="4563421"/>
            <a:ext cx="1383966" cy="37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B016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Thought</a:t>
            </a:r>
          </a:p>
        </p:txBody>
      </p:sp>
      <p:sp>
        <p:nvSpPr>
          <p:cNvPr name="TextBox 40" id="40"/>
          <p:cNvSpPr txBox="true"/>
          <p:nvPr/>
        </p:nvSpPr>
        <p:spPr>
          <a:xfrm rot="-5400000">
            <a:off x="-575815" y="6496296"/>
            <a:ext cx="1768063" cy="37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B016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Touchpoints</a:t>
            </a:r>
          </a:p>
        </p:txBody>
      </p:sp>
      <p:sp>
        <p:nvSpPr>
          <p:cNvPr name="TextBox 41" id="41"/>
          <p:cNvSpPr txBox="true"/>
          <p:nvPr/>
        </p:nvSpPr>
        <p:spPr>
          <a:xfrm rot="-5400000">
            <a:off x="-32206" y="7753931"/>
            <a:ext cx="680953" cy="37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B016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Actors</a:t>
            </a:r>
          </a:p>
        </p:txBody>
      </p:sp>
      <p:sp>
        <p:nvSpPr>
          <p:cNvPr name="TextBox 42" id="42"/>
          <p:cNvSpPr txBox="true"/>
          <p:nvPr/>
        </p:nvSpPr>
        <p:spPr>
          <a:xfrm rot="-5400000">
            <a:off x="-439516" y="9310044"/>
            <a:ext cx="1495572" cy="37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B016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Emotion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3829" y="2504877"/>
            <a:ext cx="2383703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หาบริการสำหรับ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การแก้บนผ่านทางออนไลน์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69716" y="4183815"/>
            <a:ext cx="2831930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ต้องเดินทางบ่อย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ไม่มีเวลาไปแก้บ้นที่เคยบ้นเอาไว้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65110" y="4995003"/>
            <a:ext cx="1954022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อยากบริการสำหรับ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แก้ผ่านทางออนไลน์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027929" y="2495352"/>
            <a:ext cx="2049325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ดูว่าบริการแบบไหนตรงตามความต้องการ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108009" y="3811839"/>
            <a:ext cx="1809209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จะใช้บริการจากแอพใหนดีไหน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940580" y="4484304"/>
            <a:ext cx="2206693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อันไหนถูกสุด สะดวกสุด เอาอันนั้นละกัน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108009" y="5529807"/>
            <a:ext cx="1809209" cy="34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จะโดนโกงไหม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244602" y="2533518"/>
            <a:ext cx="1809209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สมัครใช้และเริ่มต้นใช้งานแอพ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292606" y="3877236"/>
            <a:ext cx="1809209" cy="34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แอพน่าใช้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244602" y="4498249"/>
            <a:ext cx="1809209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บีบริการอื่นนอกจากแก้บนด้วย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147273" y="5368100"/>
            <a:ext cx="2099875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ครั้งหน้าลองใช้บริการอื่นดูด้วยดีกว่า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521090" y="2688722"/>
            <a:ext cx="1632281" cy="34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การข้อมูลต่างๆ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822533" y="3821364"/>
            <a:ext cx="1029395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กรองข้อมูล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เยอะจัง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450628" y="4632522"/>
            <a:ext cx="1773205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จะเอาข้อมูลพวกนี้ไป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ทำอะไรไม่ดีไหนนี้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339772" y="2456366"/>
            <a:ext cx="1987585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เลือกบริการแก้บนตามที่ที่ต้องการแก้บน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428960" y="3888649"/>
            <a:ext cx="1809209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ว้าวมีให้เลื่อกไป้หลายราคาด้วย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428960" y="4766854"/>
            <a:ext cx="1809209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ทำหนดของที่ต้องการแก้ตามที่บนไว้ได้ด้วย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538090" y="5461635"/>
            <a:ext cx="1615281" cy="34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เคยบนว่าอะไรไว้นะ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354073" y="2433506"/>
            <a:ext cx="1958909" cy="128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ตรวจสอบสถานนะ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และ</a:t>
            </a: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รอให้ทางเจ้าหน้าที่ไปแก้บนให้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12408641" y="4180114"/>
            <a:ext cx="2011701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รูปปันม้าลาย 100 ตัวเขาจะมาให้ได้ไหมน่ะ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404808" y="4995069"/>
            <a:ext cx="2038386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เขาจะบนอะไรกับที่เราขอไปไหมน่ะ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215283" y="7412766"/>
            <a:ext cx="465667" cy="42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Saft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760657" y="2433506"/>
            <a:ext cx="1301940" cy="973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ตรวจสอบหลักฐานการทำงานของเจ้าหน้าที่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797314" y="4457733"/>
            <a:ext cx="1158737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ว้าวเขาหามาได้ด้วยละ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6327118" y="2563076"/>
            <a:ext cx="1462434" cy="65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ไม่มีการใช้งานตัวแบบต่อ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232901" y="4299619"/>
            <a:ext cx="1815286" cy="128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ไม่มีเรื่องที่ให้แก้บนแล้วไว้มาใช้อีกทีตอนที่เรื่องต้องแก้บนมีแล้วกัน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721902" y="7557218"/>
            <a:ext cx="828757" cy="42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User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547279" y="7574357"/>
            <a:ext cx="770510" cy="42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User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857655" y="7574357"/>
            <a:ext cx="679111" cy="42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User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428960" y="7528155"/>
            <a:ext cx="1809209" cy="42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User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053966" y="7639103"/>
            <a:ext cx="566530" cy="4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User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543512" y="7862867"/>
            <a:ext cx="1809209" cy="42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User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507022" y="7574357"/>
            <a:ext cx="1809209" cy="42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User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6118140" y="7557218"/>
            <a:ext cx="1809209" cy="42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User</a:t>
            </a:r>
          </a:p>
        </p:txBody>
      </p:sp>
      <p:sp>
        <p:nvSpPr>
          <p:cNvPr name="AutoShape 77" id="77"/>
          <p:cNvSpPr/>
          <p:nvPr/>
        </p:nvSpPr>
        <p:spPr>
          <a:xfrm flipH="true" flipV="true">
            <a:off x="929785" y="1711636"/>
            <a:ext cx="0" cy="519541"/>
          </a:xfrm>
          <a:prstGeom prst="line">
            <a:avLst/>
          </a:prstGeom>
          <a:ln cap="flat" w="28575">
            <a:solidFill>
              <a:srgbClr val="5E17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flipV="true">
            <a:off x="3815933" y="1682204"/>
            <a:ext cx="0" cy="519541"/>
          </a:xfrm>
          <a:prstGeom prst="line">
            <a:avLst/>
          </a:prstGeom>
          <a:ln cap="flat" w="28575">
            <a:solidFill>
              <a:srgbClr val="5E17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 flipV="true">
            <a:off x="6209294" y="1682204"/>
            <a:ext cx="0" cy="519541"/>
          </a:xfrm>
          <a:prstGeom prst="line">
            <a:avLst/>
          </a:prstGeom>
          <a:ln cap="flat" w="28575">
            <a:solidFill>
              <a:srgbClr val="5E17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 flipV="true">
            <a:off x="8222154" y="1682204"/>
            <a:ext cx="0" cy="519541"/>
          </a:xfrm>
          <a:prstGeom prst="line">
            <a:avLst/>
          </a:prstGeom>
          <a:ln cap="flat" w="28575">
            <a:solidFill>
              <a:srgbClr val="5E17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flipV="true">
            <a:off x="10444975" y="1682204"/>
            <a:ext cx="0" cy="519541"/>
          </a:xfrm>
          <a:prstGeom prst="line">
            <a:avLst/>
          </a:prstGeom>
          <a:ln cap="flat" w="28575">
            <a:solidFill>
              <a:srgbClr val="5E17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flipV="true">
            <a:off x="12229487" y="1682204"/>
            <a:ext cx="0" cy="519541"/>
          </a:xfrm>
          <a:prstGeom prst="line">
            <a:avLst/>
          </a:prstGeom>
          <a:ln cap="flat" w="28575">
            <a:solidFill>
              <a:srgbClr val="5E17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flipV="true">
            <a:off x="14534751" y="1711636"/>
            <a:ext cx="0" cy="519541"/>
          </a:xfrm>
          <a:prstGeom prst="line">
            <a:avLst/>
          </a:prstGeom>
          <a:ln cap="flat" w="28575">
            <a:solidFill>
              <a:srgbClr val="5E17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flipV="true">
            <a:off x="16218614" y="1641746"/>
            <a:ext cx="0" cy="519541"/>
          </a:xfrm>
          <a:prstGeom prst="line">
            <a:avLst/>
          </a:prstGeom>
          <a:ln cap="flat" w="28575">
            <a:solidFill>
              <a:srgbClr val="5E17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>
            <a:off x="848240" y="3711761"/>
            <a:ext cx="16902683" cy="0"/>
          </a:xfrm>
          <a:prstGeom prst="line">
            <a:avLst/>
          </a:prstGeom>
          <a:ln cap="flat" w="28575">
            <a:solidFill>
              <a:srgbClr val="5E17E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>
            <a:off x="848240" y="6264692"/>
            <a:ext cx="16902683" cy="0"/>
          </a:xfrm>
          <a:prstGeom prst="line">
            <a:avLst/>
          </a:prstGeom>
          <a:ln cap="flat" w="28575">
            <a:solidFill>
              <a:srgbClr val="5E17E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>
            <a:off x="848240" y="7352430"/>
            <a:ext cx="16821139" cy="0"/>
          </a:xfrm>
          <a:prstGeom prst="line">
            <a:avLst/>
          </a:prstGeom>
          <a:ln cap="flat" w="28575">
            <a:solidFill>
              <a:srgbClr val="5E17E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flipV="true">
            <a:off x="848240" y="8510901"/>
            <a:ext cx="16942615" cy="0"/>
          </a:xfrm>
          <a:prstGeom prst="line">
            <a:avLst/>
          </a:prstGeom>
          <a:ln cap="flat" w="28575">
            <a:solidFill>
              <a:srgbClr val="5E17E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>
            <a:off x="848240" y="9498940"/>
            <a:ext cx="1426551" cy="454932"/>
          </a:xfrm>
          <a:prstGeom prst="line">
            <a:avLst/>
          </a:prstGeom>
          <a:ln cap="flat" w="38100">
            <a:solidFill>
              <a:srgbClr val="5705C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90" id="90"/>
          <p:cNvSpPr/>
          <p:nvPr/>
        </p:nvSpPr>
        <p:spPr>
          <a:xfrm flipV="true">
            <a:off x="2136280" y="9498940"/>
            <a:ext cx="2796253" cy="454932"/>
          </a:xfrm>
          <a:prstGeom prst="line">
            <a:avLst/>
          </a:prstGeom>
          <a:ln cap="flat" w="38100">
            <a:solidFill>
              <a:srgbClr val="5705C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91" id="91"/>
          <p:cNvSpPr/>
          <p:nvPr/>
        </p:nvSpPr>
        <p:spPr>
          <a:xfrm flipV="true">
            <a:off x="4932533" y="9125137"/>
            <a:ext cx="2377086" cy="373803"/>
          </a:xfrm>
          <a:prstGeom prst="line">
            <a:avLst/>
          </a:prstGeom>
          <a:ln cap="flat" w="38100">
            <a:solidFill>
              <a:srgbClr val="FFB016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92" id="92"/>
          <p:cNvSpPr/>
          <p:nvPr/>
        </p:nvSpPr>
        <p:spPr>
          <a:xfrm flipV="true">
            <a:off x="7197211" y="8846639"/>
            <a:ext cx="2136354" cy="278498"/>
          </a:xfrm>
          <a:prstGeom prst="line">
            <a:avLst/>
          </a:prstGeom>
          <a:ln cap="flat" w="38100">
            <a:solidFill>
              <a:srgbClr val="FFB016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93" id="93"/>
          <p:cNvSpPr/>
          <p:nvPr/>
        </p:nvSpPr>
        <p:spPr>
          <a:xfrm>
            <a:off x="9181796" y="8848648"/>
            <a:ext cx="2193231" cy="450809"/>
          </a:xfrm>
          <a:prstGeom prst="line">
            <a:avLst/>
          </a:prstGeom>
          <a:ln cap="flat" w="38100">
            <a:solidFill>
              <a:srgbClr val="5E17EB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94" id="94"/>
          <p:cNvSpPr/>
          <p:nvPr/>
        </p:nvSpPr>
        <p:spPr>
          <a:xfrm>
            <a:off x="11227707" y="9297449"/>
            <a:ext cx="2220409" cy="0"/>
          </a:xfrm>
          <a:prstGeom prst="line">
            <a:avLst/>
          </a:prstGeom>
          <a:ln cap="flat" w="38100">
            <a:solidFill>
              <a:srgbClr val="5E17EB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95" id="95"/>
          <p:cNvSpPr/>
          <p:nvPr/>
        </p:nvSpPr>
        <p:spPr>
          <a:xfrm flipV="true">
            <a:off x="13295136" y="8846639"/>
            <a:ext cx="1933337" cy="452818"/>
          </a:xfrm>
          <a:prstGeom prst="line">
            <a:avLst/>
          </a:prstGeom>
          <a:ln cap="flat" w="38100">
            <a:solidFill>
              <a:srgbClr val="FFB016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96" id="96"/>
          <p:cNvSpPr/>
          <p:nvPr/>
        </p:nvSpPr>
        <p:spPr>
          <a:xfrm>
            <a:off x="15081863" y="8839090"/>
            <a:ext cx="2102429" cy="450809"/>
          </a:xfrm>
          <a:prstGeom prst="line">
            <a:avLst/>
          </a:prstGeom>
          <a:ln cap="flat" w="38100">
            <a:solidFill>
              <a:srgbClr val="5705C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97" id="97"/>
          <p:cNvSpPr/>
          <p:nvPr/>
        </p:nvSpPr>
        <p:spPr>
          <a:xfrm flipH="false" flipV="false" rot="0">
            <a:off x="1193829" y="0"/>
            <a:ext cx="2772724" cy="1559657"/>
          </a:xfrm>
          <a:custGeom>
            <a:avLst/>
            <a:gdLst/>
            <a:ahLst/>
            <a:cxnLst/>
            <a:rect r="r" b="b" t="t" l="l"/>
            <a:pathLst>
              <a:path h="1559657" w="2772724">
                <a:moveTo>
                  <a:pt x="0" y="0"/>
                </a:moveTo>
                <a:lnTo>
                  <a:pt x="2772724" y="0"/>
                </a:lnTo>
                <a:lnTo>
                  <a:pt x="2772724" y="1559657"/>
                </a:lnTo>
                <a:lnTo>
                  <a:pt x="0" y="1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888" r="0" b="-38888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6868551" y="6385548"/>
            <a:ext cx="657319" cy="657319"/>
          </a:xfrm>
          <a:custGeom>
            <a:avLst/>
            <a:gdLst/>
            <a:ahLst/>
            <a:cxnLst/>
            <a:rect r="r" b="b" t="t" l="l"/>
            <a:pathLst>
              <a:path h="657319" w="657319">
                <a:moveTo>
                  <a:pt x="0" y="0"/>
                </a:moveTo>
                <a:lnTo>
                  <a:pt x="657319" y="0"/>
                </a:lnTo>
                <a:lnTo>
                  <a:pt x="657319" y="657320"/>
                </a:lnTo>
                <a:lnTo>
                  <a:pt x="0" y="65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496" t="-162534" r="-261326" b="-159288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9004905" y="6404598"/>
            <a:ext cx="657319" cy="657319"/>
          </a:xfrm>
          <a:custGeom>
            <a:avLst/>
            <a:gdLst/>
            <a:ahLst/>
            <a:cxnLst/>
            <a:rect r="r" b="b" t="t" l="l"/>
            <a:pathLst>
              <a:path h="657319" w="657319">
                <a:moveTo>
                  <a:pt x="0" y="0"/>
                </a:moveTo>
                <a:lnTo>
                  <a:pt x="657319" y="0"/>
                </a:lnTo>
                <a:lnTo>
                  <a:pt x="657319" y="657320"/>
                </a:lnTo>
                <a:lnTo>
                  <a:pt x="0" y="65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496" t="-162534" r="-261326" b="-159288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11008571" y="6404598"/>
            <a:ext cx="657319" cy="657319"/>
          </a:xfrm>
          <a:custGeom>
            <a:avLst/>
            <a:gdLst/>
            <a:ahLst/>
            <a:cxnLst/>
            <a:rect r="r" b="b" t="t" l="l"/>
            <a:pathLst>
              <a:path h="657319" w="657319">
                <a:moveTo>
                  <a:pt x="0" y="0"/>
                </a:moveTo>
                <a:lnTo>
                  <a:pt x="657319" y="0"/>
                </a:lnTo>
                <a:lnTo>
                  <a:pt x="657319" y="657320"/>
                </a:lnTo>
                <a:lnTo>
                  <a:pt x="0" y="65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496" t="-162534" r="-261326" b="-159288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13119457" y="6404598"/>
            <a:ext cx="657319" cy="657319"/>
          </a:xfrm>
          <a:custGeom>
            <a:avLst/>
            <a:gdLst/>
            <a:ahLst/>
            <a:cxnLst/>
            <a:rect r="r" b="b" t="t" l="l"/>
            <a:pathLst>
              <a:path h="657319" w="657319">
                <a:moveTo>
                  <a:pt x="0" y="0"/>
                </a:moveTo>
                <a:lnTo>
                  <a:pt x="657319" y="0"/>
                </a:lnTo>
                <a:lnTo>
                  <a:pt x="657319" y="657320"/>
                </a:lnTo>
                <a:lnTo>
                  <a:pt x="0" y="65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496" t="-162534" r="-261326" b="-159288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15082967" y="6404598"/>
            <a:ext cx="657319" cy="657319"/>
          </a:xfrm>
          <a:custGeom>
            <a:avLst/>
            <a:gdLst/>
            <a:ahLst/>
            <a:cxnLst/>
            <a:rect r="r" b="b" t="t" l="l"/>
            <a:pathLst>
              <a:path h="657319" w="657319">
                <a:moveTo>
                  <a:pt x="0" y="0"/>
                </a:moveTo>
                <a:lnTo>
                  <a:pt x="657319" y="0"/>
                </a:lnTo>
                <a:lnTo>
                  <a:pt x="657319" y="657320"/>
                </a:lnTo>
                <a:lnTo>
                  <a:pt x="0" y="65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496" t="-162534" r="-261326" b="-159288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16694085" y="6404598"/>
            <a:ext cx="657319" cy="657319"/>
          </a:xfrm>
          <a:custGeom>
            <a:avLst/>
            <a:gdLst/>
            <a:ahLst/>
            <a:cxnLst/>
            <a:rect r="r" b="b" t="t" l="l"/>
            <a:pathLst>
              <a:path h="657319" w="657319">
                <a:moveTo>
                  <a:pt x="0" y="0"/>
                </a:moveTo>
                <a:lnTo>
                  <a:pt x="657319" y="0"/>
                </a:lnTo>
                <a:lnTo>
                  <a:pt x="657319" y="657320"/>
                </a:lnTo>
                <a:lnTo>
                  <a:pt x="0" y="65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496" t="-162534" r="-261326" b="-159288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1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09748" y="-3602052"/>
            <a:ext cx="9014256" cy="9014256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DE5FF">
                <a:alpha val="1960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134019" y="-2077780"/>
            <a:ext cx="5965713" cy="5965713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B016">
                <a:alpha val="4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821152" y="4378744"/>
            <a:ext cx="8729408" cy="8729408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0000"/>
                  </a:srgbClr>
                </a:gs>
                <a:gs pos="100000">
                  <a:srgbClr val="F7ACFF">
                    <a:alpha val="2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45047" y="5854848"/>
            <a:ext cx="5777198" cy="5777198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E17EB">
                <a:alpha val="29804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912768" y="6998751"/>
            <a:ext cx="2949082" cy="2949082"/>
          </a:xfrm>
          <a:custGeom>
            <a:avLst/>
            <a:gdLst/>
            <a:ahLst/>
            <a:cxnLst/>
            <a:rect r="r" b="b" t="t" l="l"/>
            <a:pathLst>
              <a:path h="2949082" w="2949082">
                <a:moveTo>
                  <a:pt x="0" y="0"/>
                </a:moveTo>
                <a:lnTo>
                  <a:pt x="2949082" y="0"/>
                </a:lnTo>
                <a:lnTo>
                  <a:pt x="2949082" y="2949082"/>
                </a:lnTo>
                <a:lnTo>
                  <a:pt x="0" y="2949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02570" y="1808529"/>
            <a:ext cx="1434195" cy="1333801"/>
          </a:xfrm>
          <a:custGeom>
            <a:avLst/>
            <a:gdLst/>
            <a:ahLst/>
            <a:cxnLst/>
            <a:rect r="r" b="b" t="t" l="l"/>
            <a:pathLst>
              <a:path h="1333801" w="1434195">
                <a:moveTo>
                  <a:pt x="0" y="0"/>
                </a:moveTo>
                <a:lnTo>
                  <a:pt x="1434195" y="0"/>
                </a:lnTo>
                <a:lnTo>
                  <a:pt x="1434195" y="1333801"/>
                </a:lnTo>
                <a:lnTo>
                  <a:pt x="0" y="1333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24949" y="8658038"/>
            <a:ext cx="555242" cy="600262"/>
          </a:xfrm>
          <a:custGeom>
            <a:avLst/>
            <a:gdLst/>
            <a:ahLst/>
            <a:cxnLst/>
            <a:rect r="r" b="b" t="t" l="l"/>
            <a:pathLst>
              <a:path h="600262" w="555242">
                <a:moveTo>
                  <a:pt x="0" y="0"/>
                </a:moveTo>
                <a:lnTo>
                  <a:pt x="555242" y="0"/>
                </a:lnTo>
                <a:lnTo>
                  <a:pt x="555242" y="600262"/>
                </a:lnTo>
                <a:lnTo>
                  <a:pt x="0" y="600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3966553" y="1102043"/>
            <a:ext cx="1132814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193829" y="248871"/>
            <a:ext cx="2772724" cy="1559657"/>
          </a:xfrm>
          <a:custGeom>
            <a:avLst/>
            <a:gdLst/>
            <a:ahLst/>
            <a:cxnLst/>
            <a:rect r="r" b="b" t="t" l="l"/>
            <a:pathLst>
              <a:path h="1559657" w="2772724">
                <a:moveTo>
                  <a:pt x="0" y="0"/>
                </a:moveTo>
                <a:lnTo>
                  <a:pt x="2772724" y="0"/>
                </a:lnTo>
                <a:lnTo>
                  <a:pt x="2772724" y="1559658"/>
                </a:lnTo>
                <a:lnTo>
                  <a:pt x="0" y="15596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8888" r="0" b="-3888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959177" y="838200"/>
            <a:ext cx="547449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6/12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00800" y="4316730"/>
            <a:ext cx="5486400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b="true" sz="9600" u="sng">
                <a:solidFill>
                  <a:srgbClr val="FFFFFF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Sprint Plan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966553" y="853171"/>
            <a:ext cx="11328141" cy="0"/>
          </a:xfrm>
          <a:prstGeom prst="line">
            <a:avLst/>
          </a:prstGeom>
          <a:ln cap="flat" w="28575">
            <a:solidFill>
              <a:srgbClr val="5E17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93829" y="0"/>
            <a:ext cx="2772724" cy="1559657"/>
          </a:xfrm>
          <a:custGeom>
            <a:avLst/>
            <a:gdLst/>
            <a:ahLst/>
            <a:cxnLst/>
            <a:rect r="r" b="b" t="t" l="l"/>
            <a:pathLst>
              <a:path h="1559657" w="2772724">
                <a:moveTo>
                  <a:pt x="0" y="0"/>
                </a:moveTo>
                <a:lnTo>
                  <a:pt x="2772724" y="0"/>
                </a:lnTo>
                <a:lnTo>
                  <a:pt x="2772724" y="1559657"/>
                </a:lnTo>
                <a:lnTo>
                  <a:pt x="0" y="1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934991" y="1410086"/>
          <a:ext cx="15571635" cy="8535314"/>
        </p:xfrm>
        <a:graphic>
          <a:graphicData uri="http://schemas.openxmlformats.org/drawingml/2006/table">
            <a:tbl>
              <a:tblPr/>
              <a:tblGrid>
                <a:gridCol w="3169953"/>
                <a:gridCol w="1550210"/>
                <a:gridCol w="1550210"/>
                <a:gridCol w="1550210"/>
                <a:gridCol w="1550210"/>
                <a:gridCol w="1550210"/>
                <a:gridCol w="1550210"/>
                <a:gridCol w="1550210"/>
                <a:gridCol w="1550210"/>
              </a:tblGrid>
              <a:tr h="755849"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Task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84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Task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5705C4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8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 UI Vow and Fullfill Vow Page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8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UI Admin Panel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8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Backend Vow Page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Backend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8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Testing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59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UI Vow Status Vow log, Proof page, User Profile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8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Data collection for recommendation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 Backend User and Admin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Testing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5959177" y="589329"/>
            <a:ext cx="547449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E17EB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7/12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604433" y="3860825"/>
            <a:ext cx="4652231" cy="368657"/>
            <a:chOff x="0" y="0"/>
            <a:chExt cx="1225279" cy="970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5279" cy="97095"/>
            </a:xfrm>
            <a:custGeom>
              <a:avLst/>
              <a:gdLst/>
              <a:ahLst/>
              <a:cxnLst/>
              <a:rect r="r" b="b" t="t" l="l"/>
              <a:pathLst>
                <a:path h="97095" w="1225279">
                  <a:moveTo>
                    <a:pt x="48547" y="0"/>
                  </a:moveTo>
                  <a:lnTo>
                    <a:pt x="1176732" y="0"/>
                  </a:lnTo>
                  <a:cubicBezTo>
                    <a:pt x="1203544" y="0"/>
                    <a:pt x="1225279" y="21735"/>
                    <a:pt x="1225279" y="48547"/>
                  </a:cubicBezTo>
                  <a:lnTo>
                    <a:pt x="1225279" y="48547"/>
                  </a:lnTo>
                  <a:cubicBezTo>
                    <a:pt x="1225279" y="75359"/>
                    <a:pt x="1203544" y="97095"/>
                    <a:pt x="1176732" y="97095"/>
                  </a:cubicBezTo>
                  <a:lnTo>
                    <a:pt x="48547" y="97095"/>
                  </a:lnTo>
                  <a:cubicBezTo>
                    <a:pt x="21735" y="97095"/>
                    <a:pt x="0" y="75359"/>
                    <a:pt x="0" y="48547"/>
                  </a:cubicBezTo>
                  <a:lnTo>
                    <a:pt x="0" y="48547"/>
                  </a:lnTo>
                  <a:cubicBezTo>
                    <a:pt x="0" y="21735"/>
                    <a:pt x="21735" y="0"/>
                    <a:pt x="48547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225279" cy="173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04433" y="4654662"/>
            <a:ext cx="4657925" cy="323713"/>
            <a:chOff x="0" y="0"/>
            <a:chExt cx="1226779" cy="852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6779" cy="85258"/>
            </a:xfrm>
            <a:custGeom>
              <a:avLst/>
              <a:gdLst/>
              <a:ahLst/>
              <a:cxnLst/>
              <a:rect r="r" b="b" t="t" l="l"/>
              <a:pathLst>
                <a:path h="85258" w="1226779">
                  <a:moveTo>
                    <a:pt x="42629" y="0"/>
                  </a:moveTo>
                  <a:lnTo>
                    <a:pt x="1184150" y="0"/>
                  </a:lnTo>
                  <a:cubicBezTo>
                    <a:pt x="1207693" y="0"/>
                    <a:pt x="1226779" y="19086"/>
                    <a:pt x="1226779" y="42629"/>
                  </a:cubicBezTo>
                  <a:lnTo>
                    <a:pt x="1226779" y="42629"/>
                  </a:lnTo>
                  <a:cubicBezTo>
                    <a:pt x="1226779" y="53935"/>
                    <a:pt x="1222287" y="64778"/>
                    <a:pt x="1214293" y="72772"/>
                  </a:cubicBezTo>
                  <a:cubicBezTo>
                    <a:pt x="1206298" y="80767"/>
                    <a:pt x="1195456" y="85258"/>
                    <a:pt x="1184150" y="85258"/>
                  </a:cubicBezTo>
                  <a:lnTo>
                    <a:pt x="42629" y="85258"/>
                  </a:lnTo>
                  <a:cubicBezTo>
                    <a:pt x="19086" y="85258"/>
                    <a:pt x="0" y="66172"/>
                    <a:pt x="0" y="42629"/>
                  </a:cubicBezTo>
                  <a:lnTo>
                    <a:pt x="0" y="42629"/>
                  </a:lnTo>
                  <a:cubicBezTo>
                    <a:pt x="0" y="19086"/>
                    <a:pt x="19086" y="0"/>
                    <a:pt x="42629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226779" cy="161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4952" y="5445100"/>
            <a:ext cx="3071713" cy="323713"/>
            <a:chOff x="0" y="0"/>
            <a:chExt cx="809011" cy="852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9011" cy="85258"/>
            </a:xfrm>
            <a:custGeom>
              <a:avLst/>
              <a:gdLst/>
              <a:ahLst/>
              <a:cxnLst/>
              <a:rect r="r" b="b" t="t" l="l"/>
              <a:pathLst>
                <a:path h="85258" w="809011">
                  <a:moveTo>
                    <a:pt x="42629" y="0"/>
                  </a:moveTo>
                  <a:lnTo>
                    <a:pt x="766382" y="0"/>
                  </a:lnTo>
                  <a:cubicBezTo>
                    <a:pt x="789925" y="0"/>
                    <a:pt x="809011" y="19086"/>
                    <a:pt x="809011" y="42629"/>
                  </a:cubicBezTo>
                  <a:lnTo>
                    <a:pt x="809011" y="42629"/>
                  </a:lnTo>
                  <a:cubicBezTo>
                    <a:pt x="809011" y="53935"/>
                    <a:pt x="804519" y="64778"/>
                    <a:pt x="796525" y="72772"/>
                  </a:cubicBezTo>
                  <a:cubicBezTo>
                    <a:pt x="788531" y="80767"/>
                    <a:pt x="777688" y="85258"/>
                    <a:pt x="766382" y="85258"/>
                  </a:cubicBezTo>
                  <a:lnTo>
                    <a:pt x="42629" y="85258"/>
                  </a:lnTo>
                  <a:cubicBezTo>
                    <a:pt x="19086" y="85258"/>
                    <a:pt x="0" y="66172"/>
                    <a:pt x="0" y="42629"/>
                  </a:cubicBezTo>
                  <a:lnTo>
                    <a:pt x="0" y="42629"/>
                  </a:lnTo>
                  <a:cubicBezTo>
                    <a:pt x="0" y="19086"/>
                    <a:pt x="19086" y="0"/>
                    <a:pt x="42629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809011" cy="161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27516" y="3122901"/>
            <a:ext cx="4598986" cy="278682"/>
            <a:chOff x="0" y="0"/>
            <a:chExt cx="1211256" cy="733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1256" cy="73398"/>
            </a:xfrm>
            <a:custGeom>
              <a:avLst/>
              <a:gdLst/>
              <a:ahLst/>
              <a:cxnLst/>
              <a:rect r="r" b="b" t="t" l="l"/>
              <a:pathLst>
                <a:path h="73398" w="1211256">
                  <a:moveTo>
                    <a:pt x="36699" y="0"/>
                  </a:moveTo>
                  <a:lnTo>
                    <a:pt x="1174557" y="0"/>
                  </a:lnTo>
                  <a:cubicBezTo>
                    <a:pt x="1194825" y="0"/>
                    <a:pt x="1211256" y="16431"/>
                    <a:pt x="1211256" y="36699"/>
                  </a:cubicBezTo>
                  <a:lnTo>
                    <a:pt x="1211256" y="36699"/>
                  </a:lnTo>
                  <a:cubicBezTo>
                    <a:pt x="1211256" y="56967"/>
                    <a:pt x="1194825" y="73398"/>
                    <a:pt x="1174557" y="73398"/>
                  </a:cubicBezTo>
                  <a:lnTo>
                    <a:pt x="36699" y="73398"/>
                  </a:lnTo>
                  <a:cubicBezTo>
                    <a:pt x="16431" y="73398"/>
                    <a:pt x="0" y="56967"/>
                    <a:pt x="0" y="36699"/>
                  </a:cubicBezTo>
                  <a:lnTo>
                    <a:pt x="0" y="36699"/>
                  </a:lnTo>
                  <a:cubicBezTo>
                    <a:pt x="0" y="16431"/>
                    <a:pt x="16431" y="0"/>
                    <a:pt x="36699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211256" cy="149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363201" y="6876229"/>
            <a:ext cx="6143425" cy="357081"/>
            <a:chOff x="0" y="0"/>
            <a:chExt cx="1618021" cy="940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18021" cy="94046"/>
            </a:xfrm>
            <a:custGeom>
              <a:avLst/>
              <a:gdLst/>
              <a:ahLst/>
              <a:cxnLst/>
              <a:rect r="r" b="b" t="t" l="l"/>
              <a:pathLst>
                <a:path h="94046" w="1618021">
                  <a:moveTo>
                    <a:pt x="47023" y="0"/>
                  </a:moveTo>
                  <a:lnTo>
                    <a:pt x="1570998" y="0"/>
                  </a:lnTo>
                  <a:cubicBezTo>
                    <a:pt x="1583470" y="0"/>
                    <a:pt x="1595430" y="4954"/>
                    <a:pt x="1604249" y="13773"/>
                  </a:cubicBezTo>
                  <a:cubicBezTo>
                    <a:pt x="1613067" y="22591"/>
                    <a:pt x="1618021" y="34552"/>
                    <a:pt x="1618021" y="47023"/>
                  </a:cubicBezTo>
                  <a:lnTo>
                    <a:pt x="1618021" y="47023"/>
                  </a:lnTo>
                  <a:cubicBezTo>
                    <a:pt x="1618021" y="59494"/>
                    <a:pt x="1613067" y="71455"/>
                    <a:pt x="1604249" y="80273"/>
                  </a:cubicBezTo>
                  <a:cubicBezTo>
                    <a:pt x="1595430" y="89092"/>
                    <a:pt x="1583470" y="94046"/>
                    <a:pt x="1570998" y="94046"/>
                  </a:cubicBezTo>
                  <a:lnTo>
                    <a:pt x="47023" y="94046"/>
                  </a:lnTo>
                  <a:cubicBezTo>
                    <a:pt x="34552" y="94046"/>
                    <a:pt x="22591" y="89092"/>
                    <a:pt x="13773" y="80273"/>
                  </a:cubicBezTo>
                  <a:cubicBezTo>
                    <a:pt x="4954" y="71455"/>
                    <a:pt x="0" y="59494"/>
                    <a:pt x="0" y="47023"/>
                  </a:cubicBezTo>
                  <a:lnTo>
                    <a:pt x="0" y="47023"/>
                  </a:lnTo>
                  <a:cubicBezTo>
                    <a:pt x="0" y="34552"/>
                    <a:pt x="4954" y="22591"/>
                    <a:pt x="13773" y="13773"/>
                  </a:cubicBezTo>
                  <a:cubicBezTo>
                    <a:pt x="22591" y="4954"/>
                    <a:pt x="34552" y="0"/>
                    <a:pt x="47023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1618021" cy="170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29818" y="8464688"/>
            <a:ext cx="4676808" cy="326059"/>
            <a:chOff x="0" y="0"/>
            <a:chExt cx="1231752" cy="858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31752" cy="85876"/>
            </a:xfrm>
            <a:custGeom>
              <a:avLst/>
              <a:gdLst/>
              <a:ahLst/>
              <a:cxnLst/>
              <a:rect r="r" b="b" t="t" l="l"/>
              <a:pathLst>
                <a:path h="85876" w="1231752">
                  <a:moveTo>
                    <a:pt x="42938" y="0"/>
                  </a:moveTo>
                  <a:lnTo>
                    <a:pt x="1188814" y="0"/>
                  </a:lnTo>
                  <a:cubicBezTo>
                    <a:pt x="1200202" y="0"/>
                    <a:pt x="1211123" y="4524"/>
                    <a:pt x="1219176" y="12576"/>
                  </a:cubicBezTo>
                  <a:cubicBezTo>
                    <a:pt x="1227228" y="20629"/>
                    <a:pt x="1231752" y="31550"/>
                    <a:pt x="1231752" y="42938"/>
                  </a:cubicBezTo>
                  <a:lnTo>
                    <a:pt x="1231752" y="42938"/>
                  </a:lnTo>
                  <a:cubicBezTo>
                    <a:pt x="1231752" y="66652"/>
                    <a:pt x="1212528" y="85876"/>
                    <a:pt x="1188814" y="85876"/>
                  </a:cubicBezTo>
                  <a:lnTo>
                    <a:pt x="42938" y="85876"/>
                  </a:lnTo>
                  <a:cubicBezTo>
                    <a:pt x="19224" y="85876"/>
                    <a:pt x="0" y="66652"/>
                    <a:pt x="0" y="42938"/>
                  </a:cubicBezTo>
                  <a:lnTo>
                    <a:pt x="0" y="42938"/>
                  </a:lnTo>
                  <a:cubicBezTo>
                    <a:pt x="0" y="19224"/>
                    <a:pt x="19224" y="0"/>
                    <a:pt x="42938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1231752" cy="162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363201" y="7666667"/>
            <a:ext cx="4510456" cy="352488"/>
            <a:chOff x="0" y="0"/>
            <a:chExt cx="1187939" cy="928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7939" cy="92836"/>
            </a:xfrm>
            <a:custGeom>
              <a:avLst/>
              <a:gdLst/>
              <a:ahLst/>
              <a:cxnLst/>
              <a:rect r="r" b="b" t="t" l="l"/>
              <a:pathLst>
                <a:path h="92836" w="1187939">
                  <a:moveTo>
                    <a:pt x="46418" y="0"/>
                  </a:moveTo>
                  <a:lnTo>
                    <a:pt x="1141521" y="0"/>
                  </a:lnTo>
                  <a:cubicBezTo>
                    <a:pt x="1167157" y="0"/>
                    <a:pt x="1187939" y="20782"/>
                    <a:pt x="1187939" y="46418"/>
                  </a:cubicBezTo>
                  <a:lnTo>
                    <a:pt x="1187939" y="46418"/>
                  </a:lnTo>
                  <a:cubicBezTo>
                    <a:pt x="1187939" y="58729"/>
                    <a:pt x="1183049" y="70536"/>
                    <a:pt x="1174343" y="79241"/>
                  </a:cubicBezTo>
                  <a:cubicBezTo>
                    <a:pt x="1165638" y="87946"/>
                    <a:pt x="1153832" y="92836"/>
                    <a:pt x="1141521" y="92836"/>
                  </a:cubicBezTo>
                  <a:lnTo>
                    <a:pt x="46418" y="92836"/>
                  </a:lnTo>
                  <a:cubicBezTo>
                    <a:pt x="34107" y="92836"/>
                    <a:pt x="22301" y="87946"/>
                    <a:pt x="13596" y="79241"/>
                  </a:cubicBezTo>
                  <a:cubicBezTo>
                    <a:pt x="4890" y="70536"/>
                    <a:pt x="0" y="58729"/>
                    <a:pt x="0" y="46418"/>
                  </a:cubicBezTo>
                  <a:lnTo>
                    <a:pt x="0" y="46418"/>
                  </a:lnTo>
                  <a:cubicBezTo>
                    <a:pt x="0" y="34107"/>
                    <a:pt x="4890" y="22301"/>
                    <a:pt x="13596" y="13596"/>
                  </a:cubicBezTo>
                  <a:cubicBezTo>
                    <a:pt x="22301" y="4890"/>
                    <a:pt x="34107" y="0"/>
                    <a:pt x="46418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1187939" cy="169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434913" y="9258300"/>
            <a:ext cx="3071713" cy="323713"/>
            <a:chOff x="0" y="0"/>
            <a:chExt cx="809011" cy="852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9011" cy="85258"/>
            </a:xfrm>
            <a:custGeom>
              <a:avLst/>
              <a:gdLst/>
              <a:ahLst/>
              <a:cxnLst/>
              <a:rect r="r" b="b" t="t" l="l"/>
              <a:pathLst>
                <a:path h="85258" w="809011">
                  <a:moveTo>
                    <a:pt x="42629" y="0"/>
                  </a:moveTo>
                  <a:lnTo>
                    <a:pt x="766382" y="0"/>
                  </a:lnTo>
                  <a:cubicBezTo>
                    <a:pt x="789925" y="0"/>
                    <a:pt x="809011" y="19086"/>
                    <a:pt x="809011" y="42629"/>
                  </a:cubicBezTo>
                  <a:lnTo>
                    <a:pt x="809011" y="42629"/>
                  </a:lnTo>
                  <a:cubicBezTo>
                    <a:pt x="809011" y="53935"/>
                    <a:pt x="804519" y="64778"/>
                    <a:pt x="796525" y="72772"/>
                  </a:cubicBezTo>
                  <a:cubicBezTo>
                    <a:pt x="788531" y="80767"/>
                    <a:pt x="777688" y="85258"/>
                    <a:pt x="766382" y="85258"/>
                  </a:cubicBezTo>
                  <a:lnTo>
                    <a:pt x="42629" y="85258"/>
                  </a:lnTo>
                  <a:cubicBezTo>
                    <a:pt x="19086" y="85258"/>
                    <a:pt x="0" y="66172"/>
                    <a:pt x="0" y="42629"/>
                  </a:cubicBezTo>
                  <a:lnTo>
                    <a:pt x="0" y="42629"/>
                  </a:lnTo>
                  <a:cubicBezTo>
                    <a:pt x="0" y="19086"/>
                    <a:pt x="19086" y="0"/>
                    <a:pt x="42629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809011" cy="161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190646" y="6165058"/>
            <a:ext cx="3071713" cy="323713"/>
            <a:chOff x="0" y="0"/>
            <a:chExt cx="809011" cy="852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9011" cy="85258"/>
            </a:xfrm>
            <a:custGeom>
              <a:avLst/>
              <a:gdLst/>
              <a:ahLst/>
              <a:cxnLst/>
              <a:rect r="r" b="b" t="t" l="l"/>
              <a:pathLst>
                <a:path h="85258" w="809011">
                  <a:moveTo>
                    <a:pt x="42629" y="0"/>
                  </a:moveTo>
                  <a:lnTo>
                    <a:pt x="766382" y="0"/>
                  </a:lnTo>
                  <a:cubicBezTo>
                    <a:pt x="789925" y="0"/>
                    <a:pt x="809011" y="19086"/>
                    <a:pt x="809011" y="42629"/>
                  </a:cubicBezTo>
                  <a:lnTo>
                    <a:pt x="809011" y="42629"/>
                  </a:lnTo>
                  <a:cubicBezTo>
                    <a:pt x="809011" y="53935"/>
                    <a:pt x="804519" y="64778"/>
                    <a:pt x="796525" y="72772"/>
                  </a:cubicBezTo>
                  <a:cubicBezTo>
                    <a:pt x="788531" y="80767"/>
                    <a:pt x="777688" y="85258"/>
                    <a:pt x="766382" y="85258"/>
                  </a:cubicBezTo>
                  <a:lnTo>
                    <a:pt x="42629" y="85258"/>
                  </a:lnTo>
                  <a:cubicBezTo>
                    <a:pt x="19086" y="85258"/>
                    <a:pt x="0" y="66172"/>
                    <a:pt x="0" y="42629"/>
                  </a:cubicBezTo>
                  <a:lnTo>
                    <a:pt x="0" y="42629"/>
                  </a:lnTo>
                  <a:cubicBezTo>
                    <a:pt x="0" y="19086"/>
                    <a:pt x="19086" y="0"/>
                    <a:pt x="42629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809011" cy="161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966553" y="853171"/>
            <a:ext cx="11328141" cy="0"/>
          </a:xfrm>
          <a:prstGeom prst="line">
            <a:avLst/>
          </a:prstGeom>
          <a:ln cap="flat" w="28575">
            <a:solidFill>
              <a:srgbClr val="5E17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93829" y="0"/>
            <a:ext cx="2772724" cy="1559657"/>
          </a:xfrm>
          <a:custGeom>
            <a:avLst/>
            <a:gdLst/>
            <a:ahLst/>
            <a:cxnLst/>
            <a:rect r="r" b="b" t="t" l="l"/>
            <a:pathLst>
              <a:path h="1559657" w="2772724">
                <a:moveTo>
                  <a:pt x="0" y="0"/>
                </a:moveTo>
                <a:lnTo>
                  <a:pt x="2772724" y="0"/>
                </a:lnTo>
                <a:lnTo>
                  <a:pt x="2772724" y="1559657"/>
                </a:lnTo>
                <a:lnTo>
                  <a:pt x="0" y="1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123488" y="1186939"/>
          <a:ext cx="15571635" cy="7845247"/>
        </p:xfrm>
        <a:graphic>
          <a:graphicData uri="http://schemas.openxmlformats.org/drawingml/2006/table">
            <a:tbl>
              <a:tblPr/>
              <a:tblGrid>
                <a:gridCol w="3169953"/>
                <a:gridCol w="1550210"/>
                <a:gridCol w="1550210"/>
                <a:gridCol w="1550210"/>
                <a:gridCol w="1550210"/>
                <a:gridCol w="1550210"/>
                <a:gridCol w="1550210"/>
                <a:gridCol w="1550210"/>
                <a:gridCol w="1550210"/>
              </a:tblGrid>
              <a:tr h="756147"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Task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Sprint 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147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Task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W1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W4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1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 UI Search Page,Chat Page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7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Backend Chat Page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4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Recommendation Model Dev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1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Backend Vow and  Model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1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Applicatoin and Admin 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1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Testing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35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Deploy and Evalution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16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Testing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 and Debug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B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5959177" y="589329"/>
            <a:ext cx="547449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E17EB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8/12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27808" y="3725375"/>
            <a:ext cx="3148363" cy="234895"/>
            <a:chOff x="0" y="0"/>
            <a:chExt cx="829198" cy="618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9199" cy="61865"/>
            </a:xfrm>
            <a:custGeom>
              <a:avLst/>
              <a:gdLst/>
              <a:ahLst/>
              <a:cxnLst/>
              <a:rect r="r" b="b" t="t" l="l"/>
              <a:pathLst>
                <a:path h="61865" w="829199">
                  <a:moveTo>
                    <a:pt x="30933" y="0"/>
                  </a:moveTo>
                  <a:lnTo>
                    <a:pt x="798266" y="0"/>
                  </a:lnTo>
                  <a:cubicBezTo>
                    <a:pt x="806470" y="0"/>
                    <a:pt x="814338" y="3259"/>
                    <a:pt x="820139" y="9060"/>
                  </a:cubicBezTo>
                  <a:cubicBezTo>
                    <a:pt x="825940" y="14861"/>
                    <a:pt x="829199" y="22729"/>
                    <a:pt x="829199" y="30933"/>
                  </a:cubicBezTo>
                  <a:lnTo>
                    <a:pt x="829199" y="30933"/>
                  </a:lnTo>
                  <a:cubicBezTo>
                    <a:pt x="829199" y="48016"/>
                    <a:pt x="815349" y="61865"/>
                    <a:pt x="798266" y="61865"/>
                  </a:cubicBezTo>
                  <a:lnTo>
                    <a:pt x="30933" y="61865"/>
                  </a:lnTo>
                  <a:cubicBezTo>
                    <a:pt x="22729" y="61865"/>
                    <a:pt x="14861" y="58606"/>
                    <a:pt x="9060" y="52805"/>
                  </a:cubicBezTo>
                  <a:cubicBezTo>
                    <a:pt x="3259" y="47004"/>
                    <a:pt x="0" y="39137"/>
                    <a:pt x="0" y="30933"/>
                  </a:cubicBezTo>
                  <a:lnTo>
                    <a:pt x="0" y="30933"/>
                  </a:lnTo>
                  <a:cubicBezTo>
                    <a:pt x="0" y="22729"/>
                    <a:pt x="3259" y="14861"/>
                    <a:pt x="9060" y="9060"/>
                  </a:cubicBezTo>
                  <a:cubicBezTo>
                    <a:pt x="14861" y="3259"/>
                    <a:pt x="22729" y="0"/>
                    <a:pt x="30933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829198" cy="138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92834" y="4477713"/>
            <a:ext cx="4452328" cy="376745"/>
            <a:chOff x="0" y="0"/>
            <a:chExt cx="1172629" cy="992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2629" cy="99225"/>
            </a:xfrm>
            <a:custGeom>
              <a:avLst/>
              <a:gdLst/>
              <a:ahLst/>
              <a:cxnLst/>
              <a:rect r="r" b="b" t="t" l="l"/>
              <a:pathLst>
                <a:path h="99225" w="1172629">
                  <a:moveTo>
                    <a:pt x="49613" y="0"/>
                  </a:moveTo>
                  <a:lnTo>
                    <a:pt x="1123017" y="0"/>
                  </a:lnTo>
                  <a:cubicBezTo>
                    <a:pt x="1150417" y="0"/>
                    <a:pt x="1172629" y="22212"/>
                    <a:pt x="1172629" y="49613"/>
                  </a:cubicBezTo>
                  <a:lnTo>
                    <a:pt x="1172629" y="49613"/>
                  </a:lnTo>
                  <a:cubicBezTo>
                    <a:pt x="1172629" y="77013"/>
                    <a:pt x="1150417" y="99225"/>
                    <a:pt x="1123017" y="99225"/>
                  </a:cubicBezTo>
                  <a:lnTo>
                    <a:pt x="49613" y="99225"/>
                  </a:lnTo>
                  <a:cubicBezTo>
                    <a:pt x="22212" y="99225"/>
                    <a:pt x="0" y="77013"/>
                    <a:pt x="0" y="49613"/>
                  </a:cubicBezTo>
                  <a:lnTo>
                    <a:pt x="0" y="49613"/>
                  </a:lnTo>
                  <a:cubicBezTo>
                    <a:pt x="0" y="22212"/>
                    <a:pt x="22212" y="0"/>
                    <a:pt x="49613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172629" cy="17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73449" y="5254508"/>
            <a:ext cx="3071713" cy="323713"/>
            <a:chOff x="0" y="0"/>
            <a:chExt cx="809011" cy="852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9011" cy="85258"/>
            </a:xfrm>
            <a:custGeom>
              <a:avLst/>
              <a:gdLst/>
              <a:ahLst/>
              <a:cxnLst/>
              <a:rect r="r" b="b" t="t" l="l"/>
              <a:pathLst>
                <a:path h="85258" w="809011">
                  <a:moveTo>
                    <a:pt x="42629" y="0"/>
                  </a:moveTo>
                  <a:lnTo>
                    <a:pt x="766382" y="0"/>
                  </a:lnTo>
                  <a:cubicBezTo>
                    <a:pt x="789925" y="0"/>
                    <a:pt x="809011" y="19086"/>
                    <a:pt x="809011" y="42629"/>
                  </a:cubicBezTo>
                  <a:lnTo>
                    <a:pt x="809011" y="42629"/>
                  </a:lnTo>
                  <a:cubicBezTo>
                    <a:pt x="809011" y="53935"/>
                    <a:pt x="804519" y="64778"/>
                    <a:pt x="796525" y="72772"/>
                  </a:cubicBezTo>
                  <a:cubicBezTo>
                    <a:pt x="788531" y="80767"/>
                    <a:pt x="777688" y="85258"/>
                    <a:pt x="766382" y="85258"/>
                  </a:cubicBezTo>
                  <a:lnTo>
                    <a:pt x="42629" y="85258"/>
                  </a:lnTo>
                  <a:cubicBezTo>
                    <a:pt x="19086" y="85258"/>
                    <a:pt x="0" y="66172"/>
                    <a:pt x="0" y="42629"/>
                  </a:cubicBezTo>
                  <a:lnTo>
                    <a:pt x="0" y="42629"/>
                  </a:lnTo>
                  <a:cubicBezTo>
                    <a:pt x="0" y="19086"/>
                    <a:pt x="19086" y="0"/>
                    <a:pt x="42629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809011" cy="161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316013" y="3004812"/>
            <a:ext cx="4660158" cy="320019"/>
            <a:chOff x="0" y="0"/>
            <a:chExt cx="1227367" cy="842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27367" cy="84285"/>
            </a:xfrm>
            <a:custGeom>
              <a:avLst/>
              <a:gdLst/>
              <a:ahLst/>
              <a:cxnLst/>
              <a:rect r="r" b="b" t="t" l="l"/>
              <a:pathLst>
                <a:path h="84285" w="1227367">
                  <a:moveTo>
                    <a:pt x="42142" y="0"/>
                  </a:moveTo>
                  <a:lnTo>
                    <a:pt x="1185224" y="0"/>
                  </a:lnTo>
                  <a:cubicBezTo>
                    <a:pt x="1196401" y="0"/>
                    <a:pt x="1207120" y="4440"/>
                    <a:pt x="1215023" y="12343"/>
                  </a:cubicBezTo>
                  <a:cubicBezTo>
                    <a:pt x="1222927" y="20246"/>
                    <a:pt x="1227367" y="30966"/>
                    <a:pt x="1227367" y="42142"/>
                  </a:cubicBezTo>
                  <a:lnTo>
                    <a:pt x="1227367" y="42142"/>
                  </a:lnTo>
                  <a:cubicBezTo>
                    <a:pt x="1227367" y="65417"/>
                    <a:pt x="1208499" y="84285"/>
                    <a:pt x="1185224" y="84285"/>
                  </a:cubicBezTo>
                  <a:lnTo>
                    <a:pt x="42142" y="84285"/>
                  </a:lnTo>
                  <a:cubicBezTo>
                    <a:pt x="30966" y="84285"/>
                    <a:pt x="20246" y="79845"/>
                    <a:pt x="12343" y="71942"/>
                  </a:cubicBezTo>
                  <a:cubicBezTo>
                    <a:pt x="4440" y="64038"/>
                    <a:pt x="0" y="53319"/>
                    <a:pt x="0" y="42142"/>
                  </a:cubicBezTo>
                  <a:lnTo>
                    <a:pt x="0" y="42142"/>
                  </a:lnTo>
                  <a:cubicBezTo>
                    <a:pt x="0" y="30966"/>
                    <a:pt x="4440" y="20246"/>
                    <a:pt x="12343" y="12343"/>
                  </a:cubicBezTo>
                  <a:cubicBezTo>
                    <a:pt x="20246" y="4440"/>
                    <a:pt x="30966" y="0"/>
                    <a:pt x="42142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227367" cy="16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562383" y="7531199"/>
            <a:ext cx="4604227" cy="290954"/>
            <a:chOff x="0" y="0"/>
            <a:chExt cx="1212636" cy="766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2636" cy="76630"/>
            </a:xfrm>
            <a:custGeom>
              <a:avLst/>
              <a:gdLst/>
              <a:ahLst/>
              <a:cxnLst/>
              <a:rect r="r" b="b" t="t" l="l"/>
              <a:pathLst>
                <a:path h="76630" w="1212636">
                  <a:moveTo>
                    <a:pt x="38315" y="0"/>
                  </a:moveTo>
                  <a:lnTo>
                    <a:pt x="1174321" y="0"/>
                  </a:lnTo>
                  <a:cubicBezTo>
                    <a:pt x="1195482" y="0"/>
                    <a:pt x="1212636" y="17154"/>
                    <a:pt x="1212636" y="38315"/>
                  </a:cubicBezTo>
                  <a:lnTo>
                    <a:pt x="1212636" y="38315"/>
                  </a:lnTo>
                  <a:cubicBezTo>
                    <a:pt x="1212636" y="59476"/>
                    <a:pt x="1195482" y="76630"/>
                    <a:pt x="1174321" y="76630"/>
                  </a:cubicBezTo>
                  <a:lnTo>
                    <a:pt x="38315" y="76630"/>
                  </a:lnTo>
                  <a:cubicBezTo>
                    <a:pt x="17154" y="76630"/>
                    <a:pt x="0" y="59476"/>
                    <a:pt x="0" y="38315"/>
                  </a:cubicBezTo>
                  <a:lnTo>
                    <a:pt x="0" y="38315"/>
                  </a:lnTo>
                  <a:cubicBezTo>
                    <a:pt x="0" y="17154"/>
                    <a:pt x="17154" y="0"/>
                    <a:pt x="38315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1212636" cy="152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18315" y="8335292"/>
            <a:ext cx="4676808" cy="326059"/>
            <a:chOff x="0" y="0"/>
            <a:chExt cx="1231752" cy="858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31752" cy="85876"/>
            </a:xfrm>
            <a:custGeom>
              <a:avLst/>
              <a:gdLst/>
              <a:ahLst/>
              <a:cxnLst/>
              <a:rect r="r" b="b" t="t" l="l"/>
              <a:pathLst>
                <a:path h="85876" w="1231752">
                  <a:moveTo>
                    <a:pt x="42938" y="0"/>
                  </a:moveTo>
                  <a:lnTo>
                    <a:pt x="1188814" y="0"/>
                  </a:lnTo>
                  <a:cubicBezTo>
                    <a:pt x="1200202" y="0"/>
                    <a:pt x="1211123" y="4524"/>
                    <a:pt x="1219176" y="12576"/>
                  </a:cubicBezTo>
                  <a:cubicBezTo>
                    <a:pt x="1227228" y="20629"/>
                    <a:pt x="1231752" y="31550"/>
                    <a:pt x="1231752" y="42938"/>
                  </a:cubicBezTo>
                  <a:lnTo>
                    <a:pt x="1231752" y="42938"/>
                  </a:lnTo>
                  <a:cubicBezTo>
                    <a:pt x="1231752" y="66652"/>
                    <a:pt x="1212528" y="85876"/>
                    <a:pt x="1188814" y="85876"/>
                  </a:cubicBezTo>
                  <a:lnTo>
                    <a:pt x="42938" y="85876"/>
                  </a:lnTo>
                  <a:cubicBezTo>
                    <a:pt x="19224" y="85876"/>
                    <a:pt x="0" y="66652"/>
                    <a:pt x="0" y="42938"/>
                  </a:cubicBezTo>
                  <a:lnTo>
                    <a:pt x="0" y="42938"/>
                  </a:lnTo>
                  <a:cubicBezTo>
                    <a:pt x="0" y="19224"/>
                    <a:pt x="19224" y="0"/>
                    <a:pt x="42938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1231752" cy="162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827808" y="5978271"/>
            <a:ext cx="4617354" cy="372804"/>
            <a:chOff x="0" y="0"/>
            <a:chExt cx="1216093" cy="981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6093" cy="98187"/>
            </a:xfrm>
            <a:custGeom>
              <a:avLst/>
              <a:gdLst/>
              <a:ahLst/>
              <a:cxnLst/>
              <a:rect r="r" b="b" t="t" l="l"/>
              <a:pathLst>
                <a:path h="98187" w="1216093">
                  <a:moveTo>
                    <a:pt x="49093" y="0"/>
                  </a:moveTo>
                  <a:lnTo>
                    <a:pt x="1167000" y="0"/>
                  </a:lnTo>
                  <a:cubicBezTo>
                    <a:pt x="1194113" y="0"/>
                    <a:pt x="1216093" y="21980"/>
                    <a:pt x="1216093" y="49093"/>
                  </a:cubicBezTo>
                  <a:lnTo>
                    <a:pt x="1216093" y="49093"/>
                  </a:lnTo>
                  <a:cubicBezTo>
                    <a:pt x="1216093" y="76207"/>
                    <a:pt x="1194113" y="98187"/>
                    <a:pt x="1167000" y="98187"/>
                  </a:cubicBezTo>
                  <a:lnTo>
                    <a:pt x="49093" y="98187"/>
                  </a:lnTo>
                  <a:cubicBezTo>
                    <a:pt x="21980" y="98187"/>
                    <a:pt x="0" y="76207"/>
                    <a:pt x="0" y="49093"/>
                  </a:cubicBezTo>
                  <a:lnTo>
                    <a:pt x="0" y="49093"/>
                  </a:lnTo>
                  <a:cubicBezTo>
                    <a:pt x="0" y="21980"/>
                    <a:pt x="21980" y="0"/>
                    <a:pt x="49093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1216093" cy="17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440314" y="6648320"/>
            <a:ext cx="3071713" cy="323713"/>
            <a:chOff x="0" y="0"/>
            <a:chExt cx="809011" cy="852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9011" cy="85258"/>
            </a:xfrm>
            <a:custGeom>
              <a:avLst/>
              <a:gdLst/>
              <a:ahLst/>
              <a:cxnLst/>
              <a:rect r="r" b="b" t="t" l="l"/>
              <a:pathLst>
                <a:path h="85258" w="809011">
                  <a:moveTo>
                    <a:pt x="42629" y="0"/>
                  </a:moveTo>
                  <a:lnTo>
                    <a:pt x="766382" y="0"/>
                  </a:lnTo>
                  <a:cubicBezTo>
                    <a:pt x="789925" y="0"/>
                    <a:pt x="809011" y="19086"/>
                    <a:pt x="809011" y="42629"/>
                  </a:cubicBezTo>
                  <a:lnTo>
                    <a:pt x="809011" y="42629"/>
                  </a:lnTo>
                  <a:cubicBezTo>
                    <a:pt x="809011" y="53935"/>
                    <a:pt x="804519" y="64778"/>
                    <a:pt x="796525" y="72772"/>
                  </a:cubicBezTo>
                  <a:cubicBezTo>
                    <a:pt x="788531" y="80767"/>
                    <a:pt x="777688" y="85258"/>
                    <a:pt x="766382" y="85258"/>
                  </a:cubicBezTo>
                  <a:lnTo>
                    <a:pt x="42629" y="85258"/>
                  </a:lnTo>
                  <a:cubicBezTo>
                    <a:pt x="19086" y="85258"/>
                    <a:pt x="0" y="66172"/>
                    <a:pt x="0" y="42629"/>
                  </a:cubicBezTo>
                  <a:lnTo>
                    <a:pt x="0" y="42629"/>
                  </a:lnTo>
                  <a:cubicBezTo>
                    <a:pt x="0" y="19086"/>
                    <a:pt x="19086" y="0"/>
                    <a:pt x="42629" y="0"/>
                  </a:cubicBezTo>
                  <a:close/>
                </a:path>
              </a:pathLst>
            </a:custGeom>
            <a:solidFill>
              <a:srgbClr val="5705C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809011" cy="161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1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09748" y="-3602052"/>
            <a:ext cx="9014256" cy="9014256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DE5FF">
                <a:alpha val="1960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134019" y="-2077780"/>
            <a:ext cx="5965713" cy="5965713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B016">
                <a:alpha val="4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821152" y="4378744"/>
            <a:ext cx="8729408" cy="8729408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0000"/>
                  </a:srgbClr>
                </a:gs>
                <a:gs pos="100000">
                  <a:srgbClr val="F7ACFF">
                    <a:alpha val="2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45047" y="5854848"/>
            <a:ext cx="5777198" cy="5777198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E17EB">
                <a:alpha val="29804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912768" y="6998751"/>
            <a:ext cx="2949082" cy="2949082"/>
          </a:xfrm>
          <a:custGeom>
            <a:avLst/>
            <a:gdLst/>
            <a:ahLst/>
            <a:cxnLst/>
            <a:rect r="r" b="b" t="t" l="l"/>
            <a:pathLst>
              <a:path h="2949082" w="2949082">
                <a:moveTo>
                  <a:pt x="0" y="0"/>
                </a:moveTo>
                <a:lnTo>
                  <a:pt x="2949082" y="0"/>
                </a:lnTo>
                <a:lnTo>
                  <a:pt x="2949082" y="2949082"/>
                </a:lnTo>
                <a:lnTo>
                  <a:pt x="0" y="2949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02570" y="1808529"/>
            <a:ext cx="1434195" cy="1333801"/>
          </a:xfrm>
          <a:custGeom>
            <a:avLst/>
            <a:gdLst/>
            <a:ahLst/>
            <a:cxnLst/>
            <a:rect r="r" b="b" t="t" l="l"/>
            <a:pathLst>
              <a:path h="1333801" w="1434195">
                <a:moveTo>
                  <a:pt x="0" y="0"/>
                </a:moveTo>
                <a:lnTo>
                  <a:pt x="1434195" y="0"/>
                </a:lnTo>
                <a:lnTo>
                  <a:pt x="1434195" y="1333801"/>
                </a:lnTo>
                <a:lnTo>
                  <a:pt x="0" y="1333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24949" y="8658038"/>
            <a:ext cx="555242" cy="600262"/>
          </a:xfrm>
          <a:custGeom>
            <a:avLst/>
            <a:gdLst/>
            <a:ahLst/>
            <a:cxnLst/>
            <a:rect r="r" b="b" t="t" l="l"/>
            <a:pathLst>
              <a:path h="600262" w="555242">
                <a:moveTo>
                  <a:pt x="0" y="0"/>
                </a:moveTo>
                <a:lnTo>
                  <a:pt x="555242" y="0"/>
                </a:lnTo>
                <a:lnTo>
                  <a:pt x="555242" y="600262"/>
                </a:lnTo>
                <a:lnTo>
                  <a:pt x="0" y="600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3966553" y="1102043"/>
            <a:ext cx="1132814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193829" y="248871"/>
            <a:ext cx="2772724" cy="1559657"/>
          </a:xfrm>
          <a:custGeom>
            <a:avLst/>
            <a:gdLst/>
            <a:ahLst/>
            <a:cxnLst/>
            <a:rect r="r" b="b" t="t" l="l"/>
            <a:pathLst>
              <a:path h="1559657" w="2772724">
                <a:moveTo>
                  <a:pt x="0" y="0"/>
                </a:moveTo>
                <a:lnTo>
                  <a:pt x="2772724" y="0"/>
                </a:lnTo>
                <a:lnTo>
                  <a:pt x="2772724" y="1559658"/>
                </a:lnTo>
                <a:lnTo>
                  <a:pt x="0" y="15596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8888" r="0" b="-3888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959177" y="838200"/>
            <a:ext cx="547449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9/12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70649" y="4316730"/>
            <a:ext cx="8146703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b="true" sz="9600" u="sng">
                <a:solidFill>
                  <a:srgbClr val="FFFFFF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Usability Testing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966553" y="853171"/>
            <a:ext cx="11328141" cy="0"/>
          </a:xfrm>
          <a:prstGeom prst="line">
            <a:avLst/>
          </a:prstGeom>
          <a:ln cap="flat" w="28575">
            <a:solidFill>
              <a:srgbClr val="5E17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93829" y="0"/>
            <a:ext cx="2772724" cy="1559657"/>
          </a:xfrm>
          <a:custGeom>
            <a:avLst/>
            <a:gdLst/>
            <a:ahLst/>
            <a:cxnLst/>
            <a:rect r="r" b="b" t="t" l="l"/>
            <a:pathLst>
              <a:path h="1559657" w="2772724">
                <a:moveTo>
                  <a:pt x="0" y="0"/>
                </a:moveTo>
                <a:lnTo>
                  <a:pt x="2772724" y="0"/>
                </a:lnTo>
                <a:lnTo>
                  <a:pt x="2772724" y="1559657"/>
                </a:lnTo>
                <a:lnTo>
                  <a:pt x="0" y="1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925382"/>
            <a:ext cx="3831790" cy="7332918"/>
          </a:xfrm>
          <a:custGeom>
            <a:avLst/>
            <a:gdLst/>
            <a:ahLst/>
            <a:cxnLst/>
            <a:rect r="r" b="b" t="t" l="l"/>
            <a:pathLst>
              <a:path h="7332918" w="3831790">
                <a:moveTo>
                  <a:pt x="0" y="0"/>
                </a:moveTo>
                <a:lnTo>
                  <a:pt x="3831790" y="0"/>
                </a:lnTo>
                <a:lnTo>
                  <a:pt x="3831790" y="7332918"/>
                </a:lnTo>
                <a:lnTo>
                  <a:pt x="0" y="7332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90156" y="1925382"/>
            <a:ext cx="3559547" cy="7332918"/>
          </a:xfrm>
          <a:custGeom>
            <a:avLst/>
            <a:gdLst/>
            <a:ahLst/>
            <a:cxnLst/>
            <a:rect r="r" b="b" t="t" l="l"/>
            <a:pathLst>
              <a:path h="7332918" w="3559547">
                <a:moveTo>
                  <a:pt x="0" y="0"/>
                </a:moveTo>
                <a:lnTo>
                  <a:pt x="3559546" y="0"/>
                </a:lnTo>
                <a:lnTo>
                  <a:pt x="3559546" y="7332918"/>
                </a:lnTo>
                <a:lnTo>
                  <a:pt x="0" y="7332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79368" y="1851217"/>
            <a:ext cx="3379657" cy="7407083"/>
          </a:xfrm>
          <a:custGeom>
            <a:avLst/>
            <a:gdLst/>
            <a:ahLst/>
            <a:cxnLst/>
            <a:rect r="r" b="b" t="t" l="l"/>
            <a:pathLst>
              <a:path h="7407083" w="3379657">
                <a:moveTo>
                  <a:pt x="0" y="0"/>
                </a:moveTo>
                <a:lnTo>
                  <a:pt x="3379658" y="0"/>
                </a:lnTo>
                <a:lnTo>
                  <a:pt x="3379658" y="7407083"/>
                </a:lnTo>
                <a:lnTo>
                  <a:pt x="0" y="7407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959177" y="589329"/>
            <a:ext cx="699849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E17EB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1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09748" y="-3602052"/>
            <a:ext cx="9014256" cy="9014256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DE5FF">
                <a:alpha val="1960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134019" y="-2077780"/>
            <a:ext cx="5965713" cy="5965713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B016">
                <a:alpha val="4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821152" y="4378744"/>
            <a:ext cx="8729408" cy="8729408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0000"/>
                  </a:srgbClr>
                </a:gs>
                <a:gs pos="100000">
                  <a:srgbClr val="F7ACFF">
                    <a:alpha val="2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45047" y="5854848"/>
            <a:ext cx="5777198" cy="5777198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E17EB">
                <a:alpha val="29804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912768" y="6998751"/>
            <a:ext cx="2949082" cy="2949082"/>
          </a:xfrm>
          <a:custGeom>
            <a:avLst/>
            <a:gdLst/>
            <a:ahLst/>
            <a:cxnLst/>
            <a:rect r="r" b="b" t="t" l="l"/>
            <a:pathLst>
              <a:path h="2949082" w="2949082">
                <a:moveTo>
                  <a:pt x="0" y="0"/>
                </a:moveTo>
                <a:lnTo>
                  <a:pt x="2949082" y="0"/>
                </a:lnTo>
                <a:lnTo>
                  <a:pt x="2949082" y="2949082"/>
                </a:lnTo>
                <a:lnTo>
                  <a:pt x="0" y="2949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02570" y="1808529"/>
            <a:ext cx="1434195" cy="1333801"/>
          </a:xfrm>
          <a:custGeom>
            <a:avLst/>
            <a:gdLst/>
            <a:ahLst/>
            <a:cxnLst/>
            <a:rect r="r" b="b" t="t" l="l"/>
            <a:pathLst>
              <a:path h="1333801" w="1434195">
                <a:moveTo>
                  <a:pt x="0" y="0"/>
                </a:moveTo>
                <a:lnTo>
                  <a:pt x="1434195" y="0"/>
                </a:lnTo>
                <a:lnTo>
                  <a:pt x="1434195" y="1333801"/>
                </a:lnTo>
                <a:lnTo>
                  <a:pt x="0" y="1333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24949" y="8658038"/>
            <a:ext cx="555242" cy="600262"/>
          </a:xfrm>
          <a:custGeom>
            <a:avLst/>
            <a:gdLst/>
            <a:ahLst/>
            <a:cxnLst/>
            <a:rect r="r" b="b" t="t" l="l"/>
            <a:pathLst>
              <a:path h="600262" w="555242">
                <a:moveTo>
                  <a:pt x="0" y="0"/>
                </a:moveTo>
                <a:lnTo>
                  <a:pt x="555242" y="0"/>
                </a:lnTo>
                <a:lnTo>
                  <a:pt x="555242" y="600262"/>
                </a:lnTo>
                <a:lnTo>
                  <a:pt x="0" y="600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3966553" y="1102043"/>
            <a:ext cx="1132814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193829" y="248871"/>
            <a:ext cx="2772724" cy="1559657"/>
          </a:xfrm>
          <a:custGeom>
            <a:avLst/>
            <a:gdLst/>
            <a:ahLst/>
            <a:cxnLst/>
            <a:rect r="r" b="b" t="t" l="l"/>
            <a:pathLst>
              <a:path h="1559657" w="2772724">
                <a:moveTo>
                  <a:pt x="0" y="0"/>
                </a:moveTo>
                <a:lnTo>
                  <a:pt x="2772724" y="0"/>
                </a:lnTo>
                <a:lnTo>
                  <a:pt x="2772724" y="1559658"/>
                </a:lnTo>
                <a:lnTo>
                  <a:pt x="0" y="15596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8888" r="0" b="-38888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363372" y="5854848"/>
            <a:ext cx="2045169" cy="1618240"/>
          </a:xfrm>
          <a:custGeom>
            <a:avLst/>
            <a:gdLst/>
            <a:ahLst/>
            <a:cxnLst/>
            <a:rect r="r" b="b" t="t" l="l"/>
            <a:pathLst>
              <a:path h="1618240" w="2045169">
                <a:moveTo>
                  <a:pt x="0" y="0"/>
                </a:moveTo>
                <a:lnTo>
                  <a:pt x="2045169" y="0"/>
                </a:lnTo>
                <a:lnTo>
                  <a:pt x="2045169" y="1618240"/>
                </a:lnTo>
                <a:lnTo>
                  <a:pt x="0" y="16182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959177" y="838200"/>
            <a:ext cx="699849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11/12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51320" y="4316730"/>
            <a:ext cx="4785360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b="true" sz="9600" u="sng">
                <a:solidFill>
                  <a:srgbClr val="FFFFFF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  <a:hlinkClick r:id="rId11" tooltip="https://www.figma.com/proto/dQznLz933gKJat4UXXG26b/SE-Design-system-and-prototype?node-id=87-721&amp;t=ypSLmqTNtayIiszp-1"/>
              </a:rPr>
              <a:t>Prototype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99423" y="6097934"/>
            <a:ext cx="1889155" cy="24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325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https://kmutt.me/se-figma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1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09748" y="-3602052"/>
            <a:ext cx="9014256" cy="9014256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DE5FF">
                <a:alpha val="1960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134019" y="-2077780"/>
            <a:ext cx="5965713" cy="5965713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B016">
                <a:alpha val="4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821152" y="4378744"/>
            <a:ext cx="8729408" cy="8729408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0000"/>
                  </a:srgbClr>
                </a:gs>
                <a:gs pos="100000">
                  <a:srgbClr val="F7ACFF">
                    <a:alpha val="2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45047" y="5854848"/>
            <a:ext cx="5777198" cy="5777198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E17EB">
                <a:alpha val="29804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912768" y="6998751"/>
            <a:ext cx="2949082" cy="2949082"/>
          </a:xfrm>
          <a:custGeom>
            <a:avLst/>
            <a:gdLst/>
            <a:ahLst/>
            <a:cxnLst/>
            <a:rect r="r" b="b" t="t" l="l"/>
            <a:pathLst>
              <a:path h="2949082" w="2949082">
                <a:moveTo>
                  <a:pt x="0" y="0"/>
                </a:moveTo>
                <a:lnTo>
                  <a:pt x="2949082" y="0"/>
                </a:lnTo>
                <a:lnTo>
                  <a:pt x="2949082" y="2949082"/>
                </a:lnTo>
                <a:lnTo>
                  <a:pt x="0" y="2949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02570" y="1808529"/>
            <a:ext cx="1434195" cy="1333801"/>
          </a:xfrm>
          <a:custGeom>
            <a:avLst/>
            <a:gdLst/>
            <a:ahLst/>
            <a:cxnLst/>
            <a:rect r="r" b="b" t="t" l="l"/>
            <a:pathLst>
              <a:path h="1333801" w="1434195">
                <a:moveTo>
                  <a:pt x="0" y="0"/>
                </a:moveTo>
                <a:lnTo>
                  <a:pt x="1434195" y="0"/>
                </a:lnTo>
                <a:lnTo>
                  <a:pt x="1434195" y="1333801"/>
                </a:lnTo>
                <a:lnTo>
                  <a:pt x="0" y="1333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24949" y="8658038"/>
            <a:ext cx="555242" cy="600262"/>
          </a:xfrm>
          <a:custGeom>
            <a:avLst/>
            <a:gdLst/>
            <a:ahLst/>
            <a:cxnLst/>
            <a:rect r="r" b="b" t="t" l="l"/>
            <a:pathLst>
              <a:path h="600262" w="555242">
                <a:moveTo>
                  <a:pt x="0" y="0"/>
                </a:moveTo>
                <a:lnTo>
                  <a:pt x="555242" y="0"/>
                </a:lnTo>
                <a:lnTo>
                  <a:pt x="555242" y="600262"/>
                </a:lnTo>
                <a:lnTo>
                  <a:pt x="0" y="600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3966553" y="1102043"/>
            <a:ext cx="1132814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193829" y="248871"/>
            <a:ext cx="2772724" cy="1559657"/>
          </a:xfrm>
          <a:custGeom>
            <a:avLst/>
            <a:gdLst/>
            <a:ahLst/>
            <a:cxnLst/>
            <a:rect r="r" b="b" t="t" l="l"/>
            <a:pathLst>
              <a:path h="1559657" w="2772724">
                <a:moveTo>
                  <a:pt x="0" y="0"/>
                </a:moveTo>
                <a:lnTo>
                  <a:pt x="2772724" y="0"/>
                </a:lnTo>
                <a:lnTo>
                  <a:pt x="2772724" y="1559658"/>
                </a:lnTo>
                <a:lnTo>
                  <a:pt x="0" y="15596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8888" r="0" b="-38888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363372" y="5854848"/>
            <a:ext cx="2045169" cy="1618240"/>
          </a:xfrm>
          <a:custGeom>
            <a:avLst/>
            <a:gdLst/>
            <a:ahLst/>
            <a:cxnLst/>
            <a:rect r="r" b="b" t="t" l="l"/>
            <a:pathLst>
              <a:path h="1618240" w="2045169">
                <a:moveTo>
                  <a:pt x="0" y="0"/>
                </a:moveTo>
                <a:lnTo>
                  <a:pt x="2045169" y="0"/>
                </a:lnTo>
                <a:lnTo>
                  <a:pt x="2045169" y="1618240"/>
                </a:lnTo>
                <a:lnTo>
                  <a:pt x="0" y="16182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959177" y="838200"/>
            <a:ext cx="699849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12/12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51317" y="4316730"/>
            <a:ext cx="4785365" cy="155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b="true" sz="9600" u="sng">
                <a:solidFill>
                  <a:srgbClr val="FFFFFF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  <a:hlinkClick r:id="rId11" tooltip="https://www.figma.com/proto/5BFPPAXiwe2GPBn0Doqkpm/Admin-Panel?page-id=1%3A2&amp;node-id=10-3&amp;node-type=frame&amp;viewport=301%2C432%2C0.41&amp;t=k85WQWUHr8Ny5JwL-1&amp;scaling=min-zoom&amp;content-scaling=fixed&amp;starting-point-node-id=10%3A3&amp;share=1"/>
              </a:rPr>
              <a:t>Prototype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14954" y="6128688"/>
            <a:ext cx="2458092" cy="24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325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https://kmutt.me/se-figma-admin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DAGYJrfijrI</dc:identifier>
  <dcterms:modified xsi:type="dcterms:W3CDTF">2011-08-01T06:04:30Z</dcterms:modified>
  <cp:revision>1</cp:revision>
  <dc:title>BonBaan Progress3</dc:title>
</cp:coreProperties>
</file>